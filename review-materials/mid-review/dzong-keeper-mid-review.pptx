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65423ae6284205" /><Relationship Type="http://schemas.openxmlformats.org/officeDocument/2006/relationships/extended-properties" Target="/docProps/app.xml" Id="R608d5943b3a242da" /><Relationship Type="http://schemas.openxmlformats.org/officeDocument/2006/relationships/officeDocument" Target="/ppt/presentation.xml" Id="Race7d57f15af42e1" /></Relationships>
</file>

<file path=ppt/presentation.xml><?xml version="1.0" encoding="utf-8"?>
<p:presentation xmlns:p="http://schemas.openxmlformats.org/presentationml/2006/main">
  <p:sldMasterIdLst>
    <p:sldMasterId xmlns:r="http://schemas.openxmlformats.org/officeDocument/2006/relationships" id="2147483648" r:id="Rb32b1537b0d542d8"/>
  </p:sldMasterIdLst>
  <p:notesMasterIdLst>
    <p:notesMasterId xmlns:r="http://schemas.openxmlformats.org/officeDocument/2006/relationships" r:id="Rc5581dc908a04524"/>
  </p:notesMasterIdLst>
  <p:sldIdLst>
    <p:sldId xmlns:r="http://schemas.openxmlformats.org/officeDocument/2006/relationships" id="256" r:id="Rb5a0dc6b83344207"/>
    <p:sldId xmlns:r="http://schemas.openxmlformats.org/officeDocument/2006/relationships" id="257" r:id="Rfa718556a7e94e0a"/>
    <p:sldId xmlns:r="http://schemas.openxmlformats.org/officeDocument/2006/relationships" id="258" r:id="R8c99e736c73048b1"/>
    <p:sldId xmlns:r="http://schemas.openxmlformats.org/officeDocument/2006/relationships" id="259" r:id="Rac50d11f9d364afb"/>
    <p:sldId xmlns:r="http://schemas.openxmlformats.org/officeDocument/2006/relationships" id="260" r:id="R20eff5e486f34d03"/>
    <p:sldId xmlns:r="http://schemas.openxmlformats.org/officeDocument/2006/relationships" id="261" r:id="R1d4ddcd8872e45c1"/>
    <p:sldId xmlns:r="http://schemas.openxmlformats.org/officeDocument/2006/relationships" id="262" r:id="Rb62cbea745b8457a"/>
    <p:sldId xmlns:r="http://schemas.openxmlformats.org/officeDocument/2006/relationships" id="263" r:id="R4e7ea9448a6343b7"/>
    <p:sldId xmlns:r="http://schemas.openxmlformats.org/officeDocument/2006/relationships" id="264" r:id="Rda435a9cbe1c4d62"/>
    <p:sldId xmlns:r="http://schemas.openxmlformats.org/officeDocument/2006/relationships" id="265" r:id="Rc68aa188485547e6"/>
    <p:sldId xmlns:r="http://schemas.openxmlformats.org/officeDocument/2006/relationships" id="266" r:id="R7bd2aaff25ce4d69"/>
    <p:sldId xmlns:r="http://schemas.openxmlformats.org/officeDocument/2006/relationships" id="267" r:id="R96e95cfc05c742f8"/>
    <p:sldId xmlns:r="http://schemas.openxmlformats.org/officeDocument/2006/relationships" id="268" r:id="R005dbbfb820e421b"/>
    <p:sldId xmlns:r="http://schemas.openxmlformats.org/officeDocument/2006/relationships" id="269" r:id="R867d8789178440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f2e4fca9ea40f7" /><Relationship Type="http://schemas.openxmlformats.org/officeDocument/2006/relationships/slideMaster" Target="/ppt/slideMasters/slideMaster1.xml" Id="Rb32b1537b0d542d8" /><Relationship Type="http://schemas.openxmlformats.org/officeDocument/2006/relationships/notesMaster" Target="/ppt/notesMasters/notesMaster1.xml" Id="Rc5581dc908a04524" /><Relationship Type="http://schemas.openxmlformats.org/officeDocument/2006/relationships/presProps" Target="/ppt/presProps.xml" Id="R1a34136d7f8f47cf" /><Relationship Type="http://schemas.openxmlformats.org/officeDocument/2006/relationships/tableStyles" Target="/ppt/tableStyles.xml" Id="R9289a3ebc65e44d8" /><Relationship Type="http://schemas.openxmlformats.org/officeDocument/2006/relationships/slide" Target="/ppt/slides/slide1.xml" Id="Rb5a0dc6b83344207" /><Relationship Type="http://schemas.openxmlformats.org/officeDocument/2006/relationships/slide" Target="/ppt/slides/slide2.xml" Id="Rfa718556a7e94e0a" /><Relationship Type="http://schemas.openxmlformats.org/officeDocument/2006/relationships/slide" Target="/ppt/slides/slide3.xml" Id="R8c99e736c73048b1" /><Relationship Type="http://schemas.openxmlformats.org/officeDocument/2006/relationships/slide" Target="/ppt/slides/slide4.xml" Id="Rac50d11f9d364afb" /><Relationship Type="http://schemas.openxmlformats.org/officeDocument/2006/relationships/slide" Target="/ppt/slides/slide5.xml" Id="R20eff5e486f34d03" /><Relationship Type="http://schemas.openxmlformats.org/officeDocument/2006/relationships/slide" Target="/ppt/slides/slide6.xml" Id="R1d4ddcd8872e45c1" /><Relationship Type="http://schemas.openxmlformats.org/officeDocument/2006/relationships/slide" Target="/ppt/slides/slide7.xml" Id="Rb62cbea745b8457a" /><Relationship Type="http://schemas.openxmlformats.org/officeDocument/2006/relationships/slide" Target="/ppt/slides/slide8.xml" Id="R4e7ea9448a6343b7" /><Relationship Type="http://schemas.openxmlformats.org/officeDocument/2006/relationships/slide" Target="/ppt/slides/slide9.xml" Id="Rda435a9cbe1c4d62" /><Relationship Type="http://schemas.openxmlformats.org/officeDocument/2006/relationships/slide" Target="/ppt/slides/slide10.xml" Id="Rc68aa188485547e6" /><Relationship Type="http://schemas.openxmlformats.org/officeDocument/2006/relationships/slide" Target="/ppt/slides/slide11.xml" Id="R7bd2aaff25ce4d69" /><Relationship Type="http://schemas.openxmlformats.org/officeDocument/2006/relationships/slide" Target="/ppt/slides/slide12.xml" Id="R96e95cfc05c742f8" /><Relationship Type="http://schemas.openxmlformats.org/officeDocument/2006/relationships/slide" Target="/ppt/slides/slide13.xml" Id="R005dbbfb820e421b" /><Relationship Type="http://schemas.openxmlformats.org/officeDocument/2006/relationships/slide" Target="/ppt/slides/slide14.xml" Id="R867d8789178440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308326cc0649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d6f75ae19649fd" /><Relationship Type="http://schemas.openxmlformats.org/officeDocument/2006/relationships/notesMaster" Target="/ppt/notesMasters/notesMaster1.xml" Id="R04dbc1067b244e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3241f4fe464ed8" /><Relationship Type="http://schemas.openxmlformats.org/officeDocument/2006/relationships/notesMaster" Target="/ppt/notesMasters/notesMaster1.xml" Id="R80d8a53cb51844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0fad5d6ec34114" /><Relationship Type="http://schemas.openxmlformats.org/officeDocument/2006/relationships/notesMaster" Target="/ppt/notesMasters/notesMaster1.xml" Id="Rf0b7e6d52c2949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7f936efe094131" /><Relationship Type="http://schemas.openxmlformats.org/officeDocument/2006/relationships/notesMaster" Target="/ppt/notesMasters/notesMaster1.xml" Id="Rc59827bcb04d47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821616b9924470" /><Relationship Type="http://schemas.openxmlformats.org/officeDocument/2006/relationships/notesMaster" Target="/ppt/notesMasters/notesMaster1.xml" Id="R0061b246798242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4bb88c68554473" /><Relationship Type="http://schemas.openxmlformats.org/officeDocument/2006/relationships/notesMaster" Target="/ppt/notesMasters/notesMaster1.xml" Id="Rf96879a1fc8e4f9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4ddcf5fa1a4225" /><Relationship Type="http://schemas.openxmlformats.org/officeDocument/2006/relationships/notesMaster" Target="/ppt/notesMasters/notesMaster1.xml" Id="Ra4f6f4d0de0748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debc68b69d4fe1" /><Relationship Type="http://schemas.openxmlformats.org/officeDocument/2006/relationships/notesMaster" Target="/ppt/notesMasters/notesMaster1.xml" Id="Re9cacc5bf95d483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131fea5d564949" /><Relationship Type="http://schemas.openxmlformats.org/officeDocument/2006/relationships/notesMaster" Target="/ppt/notesMasters/notesMaster1.xml" Id="R1b6b27885cab480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86a9a086d2411f" /><Relationship Type="http://schemas.openxmlformats.org/officeDocument/2006/relationships/notesMaster" Target="/ppt/notesMasters/notesMaster1.xml" Id="R21890402bcd7415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5cf66a682934e66" /><Relationship Type="http://schemas.openxmlformats.org/officeDocument/2006/relationships/notesMaster" Target="/ppt/notesMasters/notesMaster1.xml" Id="Rbd7febdd455d453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e51fa9cdfa04788" /><Relationship Type="http://schemas.openxmlformats.org/officeDocument/2006/relationships/notesMaster" Target="/ppt/notesMasters/notesMaster1.xml" Id="R446acc172338406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a1c706fcec4f06" /><Relationship Type="http://schemas.openxmlformats.org/officeDocument/2006/relationships/notesMaster" Target="/ppt/notesMasters/notesMaster1.xml" Id="R97be665f423945b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a3fd5b3dcb54699" /><Relationship Type="http://schemas.openxmlformats.org/officeDocument/2006/relationships/notesMaster" Target="/ppt/notesMasters/notesMaster1.xml" Id="R370ef9f26e6b48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about 30 seconds. We implemented the Java console engine to demonstrate custom data structures in a playable tower defence game. Explain that this review focuses on DSA. API and frontend integration come later. Mention the separate defence document for detailed examples and questions.</a:t>
            </a:r>
          </a:p>
          <a:p xmlns:a="http://schemas.openxmlformats.org/drawingml/2006/main">
            <a:r>
              <a:t/>
            </a:r>
          </a:p>
          <a:p xmlns:a="http://schemas.openxmlformats.org/drawingml/2006/main">
            <a:r>
              <a:t>Implementation sources: docs/dsa-implementation-plan.md. Baseline commit 92d36e2. Repository paths are relative to project root.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The structures are connected to observable gameplay. Use the array for active entities, the hash table for projectile target IDs, the heap for pending spawns and the AVL tree for completed results. The existing web code and investigation API are separate. Do not present this as completed browser integration.</a:t>
            </a:r>
          </a:p>
          <a:p xmlns:a="http://schemas.openxmlformats.org/drawingml/2006/main">
            <a:r>
              <a:t/>
            </a:r>
          </a:p>
          <a:p xmlns:a="http://schemas.openxmlformats.org/drawingml/2006/main">
            <a:r>
              <a:t>Implementation sources: src/main/java/com/dzong/dzongkeeper/towerdefense; docs/dsa-implementation-plan.md. Baseline commit 92d36e2. Repository paths are relative to project root.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Input validation starts at the console. GameEngine owns mutations. GameState is a scalar snapshot, not a collection of writable model objects. WaveManager schedules events and TargetSelector performs the nearest enemy scan. Production collections are custom. Java arrays, System.arraycopy, Scanner and mathematics are standard facilities.</a:t>
            </a:r>
          </a:p>
          <a:p xmlns:a="http://schemas.openxmlformats.org/drawingml/2006/main">
            <a:r>
              <a:t/>
            </a:r>
          </a:p>
          <a:p xmlns:a="http://schemas.openxmlformats.org/drawingml/2006/main">
            <a:r>
              <a:t>Implementation sources: src/main/java/com/dzong/dzongkeeper/towerdefense/ui/ConsoleGame.java; engine/GameEngine.java; model/GameState.java. Baseline commit 92d36e2. Repository paths are relative to project root.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one minute. n is the last occupied index. Empty means n equals minus one. Explain shifting on insertion and deletion. Capacity doubles when full and halves at quarter occupancy. Capacity never falls below one. The lower shrink threshold helps avoid repeated resizing at the same boundary. Indexed reads and writes are constant time. Appends are amortized constant time, with occasional copying.</a:t>
            </a:r>
          </a:p>
          <a:p xmlns:a="http://schemas.openxmlformats.org/drawingml/2006/main">
            <a:r>
              <a:t/>
            </a:r>
          </a:p>
          <a:p xmlns:a="http://schemas.openxmlformats.org/drawingml/2006/main">
            <a:r>
              <a:t>Implementation sources: src/main/java/com/dzong/dzongkeeper/towerdefense/structures/Array.java; src/test/java/com/dzong/dzongkeeper/towerdefense/structures/ArrayTests.java. Baseline commit 92d36e2. Repository paths are relative to project root.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one minute. The four initial buckets put IDs 1, 5 and 9 into the same bucket because the mixed small IDs are unchanged and have the same modulus. New nodes go at the head. Removal repairs links so other colliding IDs stay reachable. Before a fourth entry, the load would exceed 75 percent, so buckets double and every ID gets a new index. Expected lookup is O(1), worst case O(n). Rehash itself is O(n).</a:t>
            </a:r>
          </a:p>
          <a:p xmlns:a="http://schemas.openxmlformats.org/drawingml/2006/main">
            <a:r>
              <a:t/>
            </a:r>
          </a:p>
          <a:p xmlns:a="http://schemas.openxmlformats.org/drawingml/2006/main">
            <a:r>
              <a:t>Implementation sources: src/main/java/com/dzong/dzongkeeper/towerdefense/structures/EnemyHashTable.java; src/test/java/com/dzong/dzongkeeper/towerdefense/structures/EnemyHashTableTests.java. Baseline commit 92d36e2. Repository paths are relative to project root.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one minute. Event keys compare due tick and then sequence. Demonstrate that both tick 3 events survive and leave in sequence order. The array parent index is (i-1)/2. Children are 2i+1 and 2i+2. Insert sifts up. Poll replaces the root with the last entry and sifts down with the earlier child. WaveManager consumes every due event, including overdue events.</a:t>
            </a:r>
          </a:p>
          <a:p xmlns:a="http://schemas.openxmlformats.org/drawingml/2006/main">
            <a:r>
              <a:t/>
            </a:r>
          </a:p>
          <a:p xmlns:a="http://schemas.openxmlformats.org/drawingml/2006/main">
            <a:r>
              <a:t>Implementation sources: src/main/java/com/dzong/dzongkeeper/towerdefense/structures/SpawnMinHeap.java; model/SpawnEvent.java; engine/WaveManager.java. Baseline commit 92d36e2. Repository paths are relative to project root.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one minute. The balance factor is left height minus right height. A magnitude above one triggers repair. Walk through one single and one double rotation. Stored heights update after rotations. Keys compare score and then unique result ID, preserving equal scores. Right, node, left traversal returns highest first. Public add is qualified on the following slide.</a:t>
            </a:r>
          </a:p>
          <a:p xmlns:a="http://schemas.openxmlformats.org/drawingml/2006/main">
            <a:r>
              <a:t/>
            </a:r>
          </a:p>
          <a:p xmlns:a="http://schemas.openxmlformats.org/drawingml/2006/main">
            <a:r>
              <a:t>Implementation sources: src/main/java/com/dzong/dzongkeeper/towerdefense/structures/ScoreAvlTree.java; model/GameResult.java; src/test/java/com/dzong/dzongkeeper/towerdefense/structures/ScoreAvlTreeTests.java. Baseline commit 92d36e2. Repository paths are relative to project root.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one minute. Be precise about expected, amortized and worst case. Hash operations have expected constant cost, with worst case linear chains. The balanced AVL insert is logarithmic, but the public add scans for duplicate IDs before inserting, making it linear overall. This is intentional transparency. Ordered array deletion shifts elements, so repeated removals can make cleanup quadratic. These are bounds, not benchmark results.</a:t>
            </a:r>
          </a:p>
          <a:p xmlns:a="http://schemas.openxmlformats.org/drawingml/2006/main">
            <a:r>
              <a:t/>
            </a:r>
          </a:p>
          <a:p xmlns:a="http://schemas.openxmlformats.org/drawingml/2006/main">
            <a:r>
              <a:t>Implementation sources: structures/Array.java; structures/EnemyHashTable.java; structures/SpawnMinHeap.java; structures/ScoreAvlTree.java; engine/GameEngine.java under src/main/java/com/dzong/dzongkeeper/towerdefense. Baseline commit 92d36e2. Repository paths are relative to project root.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one minute. Movement occurs before targeting so an enemy that reaches the Dzong escapes and cannot take damage later that tick. Projectiles validate their target and hit once. Reverse-index cleanup avoids skipped items after array deletion. Enemies leave both stores together and rewards or life losses settle once. Finished or paused games do not advance time. Completion adds one immutable result.</a:t>
            </a:r>
          </a:p>
          <a:p xmlns:a="http://schemas.openxmlformats.org/drawingml/2006/main">
            <a:r>
              <a:t/>
            </a:r>
          </a:p>
          <a:p xmlns:a="http://schemas.openxmlformats.org/drawingml/2006/main">
            <a:r>
              <a:t>Implementation sources: src/main/java/com/dzong/dzongkeeper/towerdefense/engine/GameEngine.java; model/Enemy.java; model/Projectile.java. Baseline commit 92d36e2. Repository paths are relative to project root.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Report the actual total of 21 tests: 20 tower defence tests plus one existing API regression test. Tests passed on 26 October 2026. The heap test compares 2,000 seeded mixed operations with PriorityQueue. The AVL test checks balance during 1,000 inserts. Engine checks the enemy index after each update. Do not equate test count with proof or performance measurements.</a:t>
            </a:r>
          </a:p>
          <a:p xmlns:a="http://schemas.openxmlformats.org/drawingml/2006/main">
            <a:r>
              <a:t/>
            </a:r>
          </a:p>
          <a:p xmlns:a="http://schemas.openxmlformats.org/drawingml/2006/main">
            <a:r>
              <a:t>Implementation sources: src/test/java/com/dzong/dzongkeeper/towerdefense; target/surefire-reports. Baseline commit 92d36e2. Repository paths are relative to project root.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two minutes. Launch with bash scripts/run-console.sh from the repository root using JDK 27. Enter each command on its own line. After building the three towers, wave and tick show two active enemies. inspect lists enemy health and positions. pause then tick 10 leaves tick 1 unchanged. resume then tick 60 finishes wave 1. Repeat wave and tick 60 for waves 2 and 3. Use scores, new, scores to show retained results. Exact extended script is in the defence document.</a:t>
            </a:r>
          </a:p>
          <a:p xmlns:a="http://schemas.openxmlformats.org/drawingml/2006/main">
            <a:r>
              <a:t/>
            </a:r>
          </a:p>
          <a:p xmlns:a="http://schemas.openxmlformats.org/drawingml/2006/main">
            <a:r>
              <a:t>Implementation sources: scripts/run-console.sh; src/main/java/com/dzong/dzongkeeper/towerdefense/ui/ConsoleGame.java; docs/dsa-implementation-plan.md. Baseline commit 92d36e2. Repository paths are relative to project root.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The suggested three-tower game reaches victory at tick 75. Across all waves 24 enemies spawn, 22 die and two escape. Starting with five lives leaves three. The towers consume all 120 initial gold, then 22 rewards of 12 give 264 gold. Show score arithmetic. The result stays in memory and survives new games until console exit.</a:t>
            </a:r>
          </a:p>
          <a:p xmlns:a="http://schemas.openxmlformats.org/drawingml/2006/main">
            <a:r>
              <a:t/>
            </a:r>
          </a:p>
          <a:p xmlns:a="http://schemas.openxmlformats.org/drawingml/2006/main">
            <a:r>
              <a:t>Implementation sources: docs/dsa-implementation-plan.md; src/test/java/com/dzong/dzongkeeper/towerdefense/engine/GameEngineTests.java. Baseline commit 92d36e2. Repository paths are relative to project root.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State limits without claiming these features already exist. API/frontend integration is deferred. Scores disappear when the console exits. The fixed polyline needs no graph pathfinding. Scaling would need profiling before new structures. A second result ID index could improve public AVL add. AVL deletion is a future feature. Finish here and use the last slide for questions.</a:t>
            </a:r>
          </a:p>
          <a:p xmlns:a="http://schemas.openxmlformats.org/drawingml/2006/main">
            <a:r>
              <a:t/>
            </a:r>
          </a:p>
          <a:p xmlns:a="http://schemas.openxmlformats.org/drawingml/2006/main">
            <a:r>
              <a:t>Implementation sources: docs/dsa-implementation-plan.md; structures/ScoreAvlTree.java; engine/GameEngine.java under src/main/java/com/dzong/dzongkeeper/towerdefense. Baseline commit 92d36e2. Repository paths are relative to project root.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Why two enemy stores? Array supports scans, hash supports ID lookup, both reference the same objects. Why a sequence? Equal spawn times need stable deterministic ordering. Why no Dijkstra? The route is predetermined. Is AVL add logarithmic? The tree step is, but the duplicate-ID scan makes public add linear. Why reference collections in tests? They provide independent observable comparisons. Detailed short answers and implementation commits are in the defence document.</a:t>
            </a:r>
          </a:p>
          <a:p xmlns:a="http://schemas.openxmlformats.org/drawingml/2006/main">
            <a:r>
              <a:t/>
            </a:r>
          </a:p>
          <a:p xmlns:a="http://schemas.openxmlformats.org/drawingml/2006/main">
            <a:r>
              <a:t>Implementation sources: docs/dsa-implementation-plan.md; src/main/java/com/dzong/dzongkeeper/towerdefense/structures; src/test/java/com/dzong/dzongkeeper/towerdefense. Baseline commit 92d36e2. Repository paths are relative to project root.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d506c45c4b47c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5dac1ec9b29455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9a39be013c7485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ebdf6a5c14f415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4ead484a29048b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effbf2b0c046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428CBD-79C1-427A-B1E3-4F2FB0A56CB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DE53026-494F-44AF-83AB-61A9A4DEF02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0715261-0DD5-4584-BF6F-8DE838123E7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550252-41C7-4686-9448-AE7D06598C9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BC9278B-4EA2-498D-8C6E-F29905080A0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B49234A-63BC-498D-A4F3-12B377DE3B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35DFF3-F3E9-4C30-8824-D978B76D2D9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8FF28E3-4BEF-43DA-A418-FF444131E2A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6CE8E6-8681-4B9C-8F45-F6FA90E892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8985522-90D5-4806-9132-2766C48812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f3d9948bff4e6e" /><Relationship Type="http://schemas.openxmlformats.org/officeDocument/2006/relationships/slideLayout" Target="/ppt/slideLayouts/slideLayout1.xml" Id="R38eadc1dd65d4e8f" /><Relationship Type="http://schemas.openxmlformats.org/officeDocument/2006/relationships/slideLayout" Target="/ppt/slideLayouts/slideLayout2.xml" Id="R7fc070b217bf4c5e" /><Relationship Type="http://schemas.openxmlformats.org/officeDocument/2006/relationships/slideLayout" Target="/ppt/slideLayouts/slideLayout3.xml" Id="R40cdf69717d642bd" /><Relationship Type="http://schemas.openxmlformats.org/officeDocument/2006/relationships/slideLayout" Target="/ppt/slideLayouts/slideLayout4.xml" Id="R724d0dd8a1f14855" /><Relationship Type="http://schemas.openxmlformats.org/officeDocument/2006/relationships/slideLayout" Target="/ppt/slideLayouts/slideLayout5.xml" Id="Rcacd356359ed4f10" /><Relationship Type="http://schemas.openxmlformats.org/officeDocument/2006/relationships/slideLayout" Target="/ppt/slideLayouts/slideLayout6.xml" Id="R65e36ca68afe4a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eadc1dd65d4e8f"/>
    <p:sldLayoutId xmlns:r="http://schemas.openxmlformats.org/officeDocument/2006/relationships" id="2147483650" r:id="R7fc070b217bf4c5e"/>
    <p:sldLayoutId xmlns:r="http://schemas.openxmlformats.org/officeDocument/2006/relationships" id="2147483651" r:id="R40cdf69717d642bd"/>
    <p:sldLayoutId xmlns:r="http://schemas.openxmlformats.org/officeDocument/2006/relationships" id="2147483652" r:id="R724d0dd8a1f14855"/>
    <p:sldLayoutId xmlns:r="http://schemas.openxmlformats.org/officeDocument/2006/relationships" id="2147483653" r:id="Rcacd356359ed4f10"/>
    <p:sldLayoutId xmlns:r="http://schemas.openxmlformats.org/officeDocument/2006/relationships" id="2147483654" r:id="R65e36ca68afe4a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033b694517f4a89" /><Relationship Type="http://schemas.openxmlformats.org/officeDocument/2006/relationships/notesSlide" Target="/ppt/notesSlides/notesSlide1.xml" Id="R3d077dce85a547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07b11c53fdc4bb3" /><Relationship Type="http://schemas.openxmlformats.org/officeDocument/2006/relationships/notesSlide" Target="/ppt/notesSlides/notesSlide2.xml" Id="R6f6f9cfeccf749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edfe6e262114059" /><Relationship Type="http://schemas.openxmlformats.org/officeDocument/2006/relationships/notesSlide" Target="/ppt/notesSlides/notesSlide3.xml" Id="Ra38b18bbc6bd49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4307046cad147d8" /><Relationship Type="http://schemas.openxmlformats.org/officeDocument/2006/relationships/notesSlide" Target="/ppt/notesSlides/notesSlide4.xml" Id="R811ac65742a744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69ca311746e48a0" /><Relationship Type="http://schemas.openxmlformats.org/officeDocument/2006/relationships/notesSlide" Target="/ppt/notesSlides/notesSlide5.xml" Id="R0b82bb7f846e46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7489d0e81e24918" /><Relationship Type="http://schemas.openxmlformats.org/officeDocument/2006/relationships/notesSlide" Target="/ppt/notesSlides/notesSlide6.xml" Id="R9ae0cf986a3548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c3fbd85c9d0482e" /><Relationship Type="http://schemas.openxmlformats.org/officeDocument/2006/relationships/notesSlide" Target="/ppt/notesSlides/notesSlide7.xml" Id="Rfac3845a21824b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9519dffc83d473d" /><Relationship Type="http://schemas.openxmlformats.org/officeDocument/2006/relationships/notesSlide" Target="/ppt/notesSlides/notesSlide8.xml" Id="Rff8ea1ff90ba4c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02c742aaf0340bb" /><Relationship Type="http://schemas.openxmlformats.org/officeDocument/2006/relationships/notesSlide" Target="/ppt/notesSlides/notesSlide9.xml" Id="R086b282339ee44d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545322c5251436b" /><Relationship Type="http://schemas.openxmlformats.org/officeDocument/2006/relationships/notesSlide" Target="/ppt/notesSlides/notesSlide10.xml" Id="R9477aafb6e8c4e8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9f04b80593b46e2" /><Relationship Type="http://schemas.openxmlformats.org/officeDocument/2006/relationships/notesSlide" Target="/ppt/notesSlides/notesSlide11.xml" Id="Rf6ca7ed756dc482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6118146a68f4485" /><Relationship Type="http://schemas.openxmlformats.org/officeDocument/2006/relationships/notesSlide" Target="/ppt/notesSlides/notesSlide12.xml" Id="R74cabb49b974435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0dc23c3bb274e3f" /><Relationship Type="http://schemas.openxmlformats.org/officeDocument/2006/relationships/notesSlide" Target="/ppt/notesSlides/notesSlide13.xml" Id="R6b3f4129855e448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cadc4f86d284d0b" /><Relationship Type="http://schemas.openxmlformats.org/officeDocument/2006/relationships/notesSlide" Target="/ppt/notesSlides/notesSlide14.xml" Id="R9a1b7cc061f546a4" /></Relationships>
</file>

<file path=ppt/slides/slide1.xml><?xml version="1.0" encoding="utf-8"?>
<p:sld xmlns:p="http://schemas.openxmlformats.org/presentationml/2006/main">
  <p:cSld>
    <p:bg>
      <p:bgPr>
        <a:solidFill xmlns:a="http://schemas.openxmlformats.org/drawingml/2006/main">
          <a:srgbClr val="172E2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25BBB7-8952-4BBC-AF26-08B12C9E6769}"/>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The Last Dzong Keeper</a:t>
            </a:r>
          </a:p>
        </p:txBody>
      </p:sp>
      <p:sp>
        <p:nvSpPr>
          <p:cNvPr id="2" name="">
            <a:extLst xmlns:a="http://schemas.openxmlformats.org/drawingml/2006/main">
              <a:ext uri="{FF2B5EF4-FFF2-40B4-BE49-F238E27FC236}">
                <a16:creationId xmlns:a16="http://schemas.microsoft.com/office/drawing/2014/main" id="{692CB9D6-47D6-44DA-8245-52C028018B07}"/>
              </a:ext>
            </a:extLst>
          </p:cNvPr>
          <p:cNvSpPr>
            <a:spLocks xmlns:a="http://schemas.openxmlformats.org/drawingml/2006/main" noGrp="1"/>
          </p:cNvSpPr>
          <p:nvPr/>
        </p:nvSpPr>
        <p:spPr>
          <a:xfrm xmlns:a="http://schemas.openxmlformats.org/drawingml/2006/main">
            <a:off x="10991850" y="630555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DDE9E2"/>
                </a:solidFill>
                <a:latin typeface="Arial"/>
                <a:ea typeface="Arial"/>
                <a:cs typeface="Arial"/>
              </a:defRPr>
            </a:defPPr>
            <a:lvl1pPr>
              <a:defRPr sz="1200" b="0">
                <a:solidFill>
                  <a:srgbClr val="DDE9E2"/>
                </a:solidFill>
                <a:latin typeface="Arial"/>
                <a:ea typeface="Arial"/>
                <a:cs typeface="Arial"/>
              </a:defRPr>
            </a:lvl1pPr>
            <a:lvl2pPr>
              <a:defRPr sz="1200" b="0">
                <a:solidFill>
                  <a:srgbClr val="DDE9E2"/>
                </a:solidFill>
                <a:latin typeface="Arial"/>
                <a:ea typeface="Arial"/>
                <a:cs typeface="Arial"/>
              </a:defRPr>
            </a:lvl2pPr>
            <a:lvl3pPr>
              <a:defRPr sz="1200" b="0">
                <a:solidFill>
                  <a:srgbClr val="DDE9E2"/>
                </a:solidFill>
                <a:latin typeface="Arial"/>
                <a:ea typeface="Arial"/>
                <a:cs typeface="Arial"/>
              </a:defRPr>
            </a:lvl3pPr>
            <a:lvl4pPr>
              <a:defRPr sz="1200" b="0">
                <a:solidFill>
                  <a:srgbClr val="DDE9E2"/>
                </a:solidFill>
                <a:latin typeface="Arial"/>
                <a:ea typeface="Arial"/>
                <a:cs typeface="Arial"/>
              </a:defRPr>
            </a:lvl4pPr>
            <a:lvl5pPr>
              <a:defRPr sz="1200" b="0">
                <a:solidFill>
                  <a:srgbClr val="DDE9E2"/>
                </a:solidFill>
                <a:latin typeface="Arial"/>
                <a:ea typeface="Arial"/>
                <a:cs typeface="Arial"/>
              </a:defRPr>
            </a:lvl5pPr>
            <a:lvl6pPr>
              <a:defRPr sz="1200" b="0">
                <a:solidFill>
                  <a:srgbClr val="DDE9E2"/>
                </a:solidFill>
                <a:latin typeface="Arial"/>
                <a:ea typeface="Arial"/>
                <a:cs typeface="Arial"/>
              </a:defRPr>
            </a:lvl6pPr>
            <a:lvl7pPr>
              <a:defRPr sz="1200" b="0">
                <a:solidFill>
                  <a:srgbClr val="DDE9E2"/>
                </a:solidFill>
                <a:latin typeface="Arial"/>
                <a:ea typeface="Arial"/>
                <a:cs typeface="Arial"/>
              </a:defRPr>
            </a:lvl7pPr>
            <a:lvl8pPr>
              <a:defRPr sz="1200" b="0">
                <a:solidFill>
                  <a:srgbClr val="DDE9E2"/>
                </a:solidFill>
                <a:latin typeface="Arial"/>
                <a:ea typeface="Arial"/>
                <a:cs typeface="Arial"/>
              </a:defRPr>
            </a:lvl8pPr>
            <a:lvl9pPr>
              <a:defRPr sz="1200" b="0">
                <a:solidFill>
                  <a:srgbClr val="DDE9E2"/>
                </a:solidFill>
                <a:latin typeface="Arial"/>
                <a:ea typeface="Arial"/>
                <a:cs typeface="Arial"/>
              </a:defRPr>
            </a:lvl9pPr>
          </a:lstStyle>
          <a:p xmlns:a="http://schemas.openxmlformats.org/drawingml/2006/main">
            <a:pPr>
              <a:defRPr sz="1200" b="0">
                <a:solidFill>
                  <a:srgbClr val="DDE9E2"/>
                </a:solidFill>
                <a:latin typeface="Arial"/>
                <a:ea typeface="Arial"/>
                <a:cs typeface="Arial"/>
              </a:defRPr>
            </a:pPr>
            <a:r>
              <a:rPr sz="1200" b="0">
                <a:solidFill>
                  <a:srgbClr val="DDE9E2"/>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99795BDD-7F83-4765-AC24-E6C7B5C13BE0}"/>
              </a:ext>
            </a:extLst>
          </p:cNvPr>
          <p:cNvSpPr>
            <a:spLocks xmlns:a="http://schemas.openxmlformats.org/drawingml/2006/main" noGrp="1"/>
          </p:cNvSpPr>
          <p:nvPr/>
        </p:nvSpPr>
        <p:spPr>
          <a:xfrm xmlns:a="http://schemas.openxmlformats.org/drawingml/2006/main">
            <a:off x="609600" y="20002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0">
                <a:solidFill>
                  <a:srgbClr val="DDE9E2"/>
                </a:solidFill>
                <a:latin typeface="Arial"/>
                <a:ea typeface="Arial"/>
                <a:cs typeface="Arial"/>
              </a:defRPr>
            </a:defPPr>
            <a:lvl1pPr>
              <a:defRPr sz="3150" b="0">
                <a:solidFill>
                  <a:srgbClr val="DDE9E2"/>
                </a:solidFill>
                <a:latin typeface="Arial"/>
                <a:ea typeface="Arial"/>
                <a:cs typeface="Arial"/>
              </a:defRPr>
            </a:lvl1pPr>
            <a:lvl2pPr>
              <a:defRPr sz="3150" b="0">
                <a:solidFill>
                  <a:srgbClr val="DDE9E2"/>
                </a:solidFill>
                <a:latin typeface="Arial"/>
                <a:ea typeface="Arial"/>
                <a:cs typeface="Arial"/>
              </a:defRPr>
            </a:lvl2pPr>
            <a:lvl3pPr>
              <a:defRPr sz="3150" b="0">
                <a:solidFill>
                  <a:srgbClr val="DDE9E2"/>
                </a:solidFill>
                <a:latin typeface="Arial"/>
                <a:ea typeface="Arial"/>
                <a:cs typeface="Arial"/>
              </a:defRPr>
            </a:lvl3pPr>
            <a:lvl4pPr>
              <a:defRPr sz="3150" b="0">
                <a:solidFill>
                  <a:srgbClr val="DDE9E2"/>
                </a:solidFill>
                <a:latin typeface="Arial"/>
                <a:ea typeface="Arial"/>
                <a:cs typeface="Arial"/>
              </a:defRPr>
            </a:lvl4pPr>
            <a:lvl5pPr>
              <a:defRPr sz="3150" b="0">
                <a:solidFill>
                  <a:srgbClr val="DDE9E2"/>
                </a:solidFill>
                <a:latin typeface="Arial"/>
                <a:ea typeface="Arial"/>
                <a:cs typeface="Arial"/>
              </a:defRPr>
            </a:lvl5pPr>
            <a:lvl6pPr>
              <a:defRPr sz="3150" b="0">
                <a:solidFill>
                  <a:srgbClr val="DDE9E2"/>
                </a:solidFill>
                <a:latin typeface="Arial"/>
                <a:ea typeface="Arial"/>
                <a:cs typeface="Arial"/>
              </a:defRPr>
            </a:lvl6pPr>
            <a:lvl7pPr>
              <a:defRPr sz="3150" b="0">
                <a:solidFill>
                  <a:srgbClr val="DDE9E2"/>
                </a:solidFill>
                <a:latin typeface="Arial"/>
                <a:ea typeface="Arial"/>
                <a:cs typeface="Arial"/>
              </a:defRPr>
            </a:lvl7pPr>
            <a:lvl8pPr>
              <a:defRPr sz="3150" b="0">
                <a:solidFill>
                  <a:srgbClr val="DDE9E2"/>
                </a:solidFill>
                <a:latin typeface="Arial"/>
                <a:ea typeface="Arial"/>
                <a:cs typeface="Arial"/>
              </a:defRPr>
            </a:lvl8pPr>
            <a:lvl9pPr>
              <a:defRPr sz="3150" b="0">
                <a:solidFill>
                  <a:srgbClr val="DDE9E2"/>
                </a:solidFill>
                <a:latin typeface="Arial"/>
                <a:ea typeface="Arial"/>
                <a:cs typeface="Arial"/>
              </a:defRPr>
            </a:lvl9pPr>
          </a:lstStyle>
          <a:p xmlns:a="http://schemas.openxmlformats.org/drawingml/2006/main">
            <a:pPr>
              <a:defRPr sz="3150" b="0">
                <a:solidFill>
                  <a:srgbClr val="DDE9E2"/>
                </a:solidFill>
                <a:latin typeface="Arial"/>
                <a:ea typeface="Arial"/>
                <a:cs typeface="Arial"/>
              </a:defRPr>
            </a:pPr>
            <a:r>
              <a:rPr sz="3150" b="0">
                <a:solidFill>
                  <a:srgbClr val="DDE9E2"/>
                </a:solidFill>
                <a:latin typeface="Arial"/>
                <a:ea typeface="Arial"/>
                <a:cs typeface="Arial"/>
              </a:rPr>
              <a:t>Data structures and algorithms</a:t>
            </a:r>
          </a:p>
        </p:txBody>
      </p:sp>
      <p:sp>
        <p:nvSpPr>
          <p:cNvPr id="4" name="">
            <a:extLst xmlns:a="http://schemas.openxmlformats.org/drawingml/2006/main">
              <a:ext uri="{FF2B5EF4-FFF2-40B4-BE49-F238E27FC236}">
                <a16:creationId xmlns:a16="http://schemas.microsoft.com/office/drawing/2014/main" id="{799DC05C-7BAE-4DCE-984F-73EFA2B90834}"/>
              </a:ext>
            </a:extLst>
          </p:cNvPr>
          <p:cNvSpPr>
            <a:spLocks xmlns:a="http://schemas.openxmlformats.org/drawingml/2006/main" noGrp="1"/>
          </p:cNvSpPr>
          <p:nvPr/>
        </p:nvSpPr>
        <p:spPr>
          <a:xfrm xmlns:a="http://schemas.openxmlformats.org/drawingml/2006/main">
            <a:off x="609600" y="28003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FFFFFF"/>
                </a:solidFill>
                <a:latin typeface="Arial"/>
                <a:ea typeface="Arial"/>
                <a:cs typeface="Arial"/>
              </a:defRPr>
            </a:defPPr>
            <a:lvl1pPr>
              <a:defRPr sz="2250" b="0">
                <a:solidFill>
                  <a:srgbClr val="FFFFFF"/>
                </a:solidFill>
                <a:latin typeface="Arial"/>
                <a:ea typeface="Arial"/>
                <a:cs typeface="Arial"/>
              </a:defRPr>
            </a:lvl1pPr>
            <a:lvl2pPr>
              <a:defRPr sz="2250" b="0">
                <a:solidFill>
                  <a:srgbClr val="FFFFFF"/>
                </a:solidFill>
                <a:latin typeface="Arial"/>
                <a:ea typeface="Arial"/>
                <a:cs typeface="Arial"/>
              </a:defRPr>
            </a:lvl2pPr>
            <a:lvl3pPr>
              <a:defRPr sz="2250" b="0">
                <a:solidFill>
                  <a:srgbClr val="FFFFFF"/>
                </a:solidFill>
                <a:latin typeface="Arial"/>
                <a:ea typeface="Arial"/>
                <a:cs typeface="Arial"/>
              </a:defRPr>
            </a:lvl3pPr>
            <a:lvl4pPr>
              <a:defRPr sz="2250" b="0">
                <a:solidFill>
                  <a:srgbClr val="FFFFFF"/>
                </a:solidFill>
                <a:latin typeface="Arial"/>
                <a:ea typeface="Arial"/>
                <a:cs typeface="Arial"/>
              </a:defRPr>
            </a:lvl4pPr>
            <a:lvl5pPr>
              <a:defRPr sz="2250" b="0">
                <a:solidFill>
                  <a:srgbClr val="FFFFFF"/>
                </a:solidFill>
                <a:latin typeface="Arial"/>
                <a:ea typeface="Arial"/>
                <a:cs typeface="Arial"/>
              </a:defRPr>
            </a:lvl5pPr>
            <a:lvl6pPr>
              <a:defRPr sz="2250" b="0">
                <a:solidFill>
                  <a:srgbClr val="FFFFFF"/>
                </a:solidFill>
                <a:latin typeface="Arial"/>
                <a:ea typeface="Arial"/>
                <a:cs typeface="Arial"/>
              </a:defRPr>
            </a:lvl6pPr>
            <a:lvl7pPr>
              <a:defRPr sz="2250" b="0">
                <a:solidFill>
                  <a:srgbClr val="FFFFFF"/>
                </a:solidFill>
                <a:latin typeface="Arial"/>
                <a:ea typeface="Arial"/>
                <a:cs typeface="Arial"/>
              </a:defRPr>
            </a:lvl7pPr>
            <a:lvl8pPr>
              <a:defRPr sz="2250" b="0">
                <a:solidFill>
                  <a:srgbClr val="FFFFFF"/>
                </a:solidFill>
                <a:latin typeface="Arial"/>
                <a:ea typeface="Arial"/>
                <a:cs typeface="Arial"/>
              </a:defRPr>
            </a:lvl8pPr>
            <a:lvl9pPr>
              <a:defRPr sz="2250" b="0">
                <a:solidFill>
                  <a:srgbClr val="FFFFFF"/>
                </a:solidFill>
                <a:latin typeface="Arial"/>
                <a:ea typeface="Arial"/>
                <a:cs typeface="Arial"/>
              </a:defRPr>
            </a:lvl9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Mid review defence</a:t>
            </a:r>
          </a:p>
        </p:txBody>
      </p:sp>
      <p:sp>
        <p:nvSpPr>
          <p:cNvPr id="5" name="">
            <a:extLst xmlns:a="http://schemas.openxmlformats.org/drawingml/2006/main">
              <a:ext uri="{FF2B5EF4-FFF2-40B4-BE49-F238E27FC236}">
                <a16:creationId xmlns:a16="http://schemas.microsoft.com/office/drawing/2014/main" id="{A73D2972-DCBC-4534-BB80-631E001CEBBD}"/>
              </a:ext>
            </a:extLst>
          </p:cNvPr>
          <p:cNvSpPr>
            <a:spLocks xmlns:a="http://schemas.openxmlformats.org/drawingml/2006/main" noGrp="1"/>
          </p:cNvSpPr>
          <p:nvPr/>
        </p:nvSpPr>
        <p:spPr>
          <a:xfrm xmlns:a="http://schemas.openxmlformats.org/drawingml/2006/main">
            <a:off x="609600" y="3829050"/>
            <a:ext cx="857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DDE9E2"/>
                </a:solidFill>
                <a:latin typeface="Arial"/>
                <a:ea typeface="Arial"/>
                <a:cs typeface="Arial"/>
              </a:defRPr>
            </a:defPPr>
            <a:lvl1pPr>
              <a:defRPr sz="1800" b="0">
                <a:solidFill>
                  <a:srgbClr val="DDE9E2"/>
                </a:solidFill>
                <a:latin typeface="Arial"/>
                <a:ea typeface="Arial"/>
                <a:cs typeface="Arial"/>
              </a:defRPr>
            </a:lvl1pPr>
            <a:lvl2pPr>
              <a:defRPr sz="1800" b="0">
                <a:solidFill>
                  <a:srgbClr val="DDE9E2"/>
                </a:solidFill>
                <a:latin typeface="Arial"/>
                <a:ea typeface="Arial"/>
                <a:cs typeface="Arial"/>
              </a:defRPr>
            </a:lvl2pPr>
            <a:lvl3pPr>
              <a:defRPr sz="1800" b="0">
                <a:solidFill>
                  <a:srgbClr val="DDE9E2"/>
                </a:solidFill>
                <a:latin typeface="Arial"/>
                <a:ea typeface="Arial"/>
                <a:cs typeface="Arial"/>
              </a:defRPr>
            </a:lvl3pPr>
            <a:lvl4pPr>
              <a:defRPr sz="1800" b="0">
                <a:solidFill>
                  <a:srgbClr val="DDE9E2"/>
                </a:solidFill>
                <a:latin typeface="Arial"/>
                <a:ea typeface="Arial"/>
                <a:cs typeface="Arial"/>
              </a:defRPr>
            </a:lvl4pPr>
            <a:lvl5pPr>
              <a:defRPr sz="1800" b="0">
                <a:solidFill>
                  <a:srgbClr val="DDE9E2"/>
                </a:solidFill>
                <a:latin typeface="Arial"/>
                <a:ea typeface="Arial"/>
                <a:cs typeface="Arial"/>
              </a:defRPr>
            </a:lvl5pPr>
            <a:lvl6pPr>
              <a:defRPr sz="1800" b="0">
                <a:solidFill>
                  <a:srgbClr val="DDE9E2"/>
                </a:solidFill>
                <a:latin typeface="Arial"/>
                <a:ea typeface="Arial"/>
                <a:cs typeface="Arial"/>
              </a:defRPr>
            </a:lvl6pPr>
            <a:lvl7pPr>
              <a:defRPr sz="1800" b="0">
                <a:solidFill>
                  <a:srgbClr val="DDE9E2"/>
                </a:solidFill>
                <a:latin typeface="Arial"/>
                <a:ea typeface="Arial"/>
                <a:cs typeface="Arial"/>
              </a:defRPr>
            </a:lvl7pPr>
            <a:lvl8pPr>
              <a:defRPr sz="1800" b="0">
                <a:solidFill>
                  <a:srgbClr val="DDE9E2"/>
                </a:solidFill>
                <a:latin typeface="Arial"/>
                <a:ea typeface="Arial"/>
                <a:cs typeface="Arial"/>
              </a:defRPr>
            </a:lvl8pPr>
            <a:lvl9pPr>
              <a:defRPr sz="1800" b="0">
                <a:solidFill>
                  <a:srgbClr val="DDE9E2"/>
                </a:solidFill>
                <a:latin typeface="Arial"/>
                <a:ea typeface="Arial"/>
                <a:cs typeface="Arial"/>
              </a:defRPr>
            </a:lvl9pPr>
          </a:lstStyle>
          <a:p xmlns:a="http://schemas.openxmlformats.org/drawingml/2006/main">
            <a:pPr>
              <a:defRPr sz="1800" b="0">
                <a:solidFill>
                  <a:srgbClr val="DDE9E2"/>
                </a:solidFill>
                <a:latin typeface="Arial"/>
                <a:ea typeface="Arial"/>
                <a:cs typeface="Arial"/>
              </a:defRPr>
            </a:pPr>
            <a:r>
              <a:rPr sz="1800" b="0">
                <a:solidFill>
                  <a:srgbClr val="DDE9E2"/>
                </a:solidFill>
                <a:latin typeface="Arial"/>
                <a:ea typeface="Arial"/>
                <a:cs typeface="Arial"/>
              </a:rPr>
              <a:t>27 October 2026</a:t>
            </a:r>
          </a:p>
        </p:txBody>
      </p:sp>
      <p:sp>
        <p:nvSpPr>
          <p:cNvPr id="6" name="">
            <a:extLst xmlns:a="http://schemas.openxmlformats.org/drawingml/2006/main">
              <a:ext uri="{FF2B5EF4-FFF2-40B4-BE49-F238E27FC236}">
                <a16:creationId xmlns:a16="http://schemas.microsoft.com/office/drawing/2014/main" id="{F4B26021-2F17-4EB1-AFDB-6B44172B9EA7}"/>
              </a:ext>
            </a:extLst>
          </p:cNvPr>
          <p:cNvSpPr>
            <a:spLocks xmlns:a="http://schemas.openxmlformats.org/drawingml/2006/main" noGrp="1"/>
          </p:cNvSpPr>
          <p:nvPr/>
        </p:nvSpPr>
        <p:spPr>
          <a:xfrm xmlns:a="http://schemas.openxmlformats.org/drawingml/2006/main">
            <a:off x="609600" y="453390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DDE9E2"/>
                </a:solidFill>
                <a:latin typeface="Arial"/>
                <a:ea typeface="Arial"/>
                <a:cs typeface="Arial"/>
              </a:defRPr>
            </a:defPPr>
            <a:lvl1pPr>
              <a:defRPr sz="1950" b="0">
                <a:solidFill>
                  <a:srgbClr val="DDE9E2"/>
                </a:solidFill>
                <a:latin typeface="Arial"/>
                <a:ea typeface="Arial"/>
                <a:cs typeface="Arial"/>
              </a:defRPr>
            </a:lvl1pPr>
            <a:lvl2pPr>
              <a:defRPr sz="1950" b="0">
                <a:solidFill>
                  <a:srgbClr val="DDE9E2"/>
                </a:solidFill>
                <a:latin typeface="Arial"/>
                <a:ea typeface="Arial"/>
                <a:cs typeface="Arial"/>
              </a:defRPr>
            </a:lvl2pPr>
            <a:lvl3pPr>
              <a:defRPr sz="1950" b="0">
                <a:solidFill>
                  <a:srgbClr val="DDE9E2"/>
                </a:solidFill>
                <a:latin typeface="Arial"/>
                <a:ea typeface="Arial"/>
                <a:cs typeface="Arial"/>
              </a:defRPr>
            </a:lvl3pPr>
            <a:lvl4pPr>
              <a:defRPr sz="1950" b="0">
                <a:solidFill>
                  <a:srgbClr val="DDE9E2"/>
                </a:solidFill>
                <a:latin typeface="Arial"/>
                <a:ea typeface="Arial"/>
                <a:cs typeface="Arial"/>
              </a:defRPr>
            </a:lvl4pPr>
            <a:lvl5pPr>
              <a:defRPr sz="1950" b="0">
                <a:solidFill>
                  <a:srgbClr val="DDE9E2"/>
                </a:solidFill>
                <a:latin typeface="Arial"/>
                <a:ea typeface="Arial"/>
                <a:cs typeface="Arial"/>
              </a:defRPr>
            </a:lvl5pPr>
            <a:lvl6pPr>
              <a:defRPr sz="1950" b="0">
                <a:solidFill>
                  <a:srgbClr val="DDE9E2"/>
                </a:solidFill>
                <a:latin typeface="Arial"/>
                <a:ea typeface="Arial"/>
                <a:cs typeface="Arial"/>
              </a:defRPr>
            </a:lvl6pPr>
            <a:lvl7pPr>
              <a:defRPr sz="1950" b="0">
                <a:solidFill>
                  <a:srgbClr val="DDE9E2"/>
                </a:solidFill>
                <a:latin typeface="Arial"/>
                <a:ea typeface="Arial"/>
                <a:cs typeface="Arial"/>
              </a:defRPr>
            </a:lvl7pPr>
            <a:lvl8pPr>
              <a:defRPr sz="1950" b="0">
                <a:solidFill>
                  <a:srgbClr val="DDE9E2"/>
                </a:solidFill>
                <a:latin typeface="Arial"/>
                <a:ea typeface="Arial"/>
                <a:cs typeface="Arial"/>
              </a:defRPr>
            </a:lvl8pPr>
            <a:lvl9pPr>
              <a:defRPr sz="1950" b="0">
                <a:solidFill>
                  <a:srgbClr val="DDE9E2"/>
                </a:solidFill>
                <a:latin typeface="Arial"/>
                <a:ea typeface="Arial"/>
                <a:cs typeface="Arial"/>
              </a:defRPr>
            </a:lvl9pPr>
          </a:lstStyle>
          <a:p xmlns:a="http://schemas.openxmlformats.org/drawingml/2006/main">
            <a:pPr>
              <a:defRPr sz="1950" b="0">
                <a:solidFill>
                  <a:srgbClr val="DDE9E2"/>
                </a:solidFill>
                <a:latin typeface="Arial"/>
                <a:ea typeface="Arial"/>
                <a:cs typeface="Arial"/>
              </a:defRPr>
            </a:pPr>
            <a:r>
              <a:rPr sz="1950" b="0">
                <a:solidFill>
                  <a:srgbClr val="DDE9E2"/>
                </a:solidFill>
                <a:latin typeface="Arial"/>
                <a:ea typeface="Arial"/>
                <a:cs typeface="Arial"/>
              </a:rPr>
              <a:t>Java console implementation</a:t>
            </a:r>
          </a:p>
        </p:txBody>
      </p:sp>
    </p:spTree>
    <p:extLst>
      <p:ext uri="{BB962C8B-B14F-4D97-AF65-F5344CB8AC3E}">
        <p14:creationId xmlns:p14="http://schemas.microsoft.com/office/powerpoint/2010/main" val="4024735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79F9EB4-B2AE-4D3E-8CC0-3E267EA3F409}"/>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72E29"/>
                </a:solidFill>
                <a:latin typeface="Arial"/>
                <a:ea typeface="Arial"/>
                <a:cs typeface="Arial"/>
              </a:defRPr>
            </a:defPPr>
            <a:lvl1pPr>
              <a:defRPr sz="3300" b="1">
                <a:solidFill>
                  <a:srgbClr val="172E29"/>
                </a:solidFill>
                <a:latin typeface="Arial"/>
                <a:ea typeface="Arial"/>
                <a:cs typeface="Arial"/>
              </a:defRPr>
            </a:lvl1pPr>
            <a:lvl2pPr>
              <a:defRPr sz="3300" b="1">
                <a:solidFill>
                  <a:srgbClr val="172E29"/>
                </a:solidFill>
                <a:latin typeface="Arial"/>
                <a:ea typeface="Arial"/>
                <a:cs typeface="Arial"/>
              </a:defRPr>
            </a:lvl2pPr>
            <a:lvl3pPr>
              <a:defRPr sz="3300" b="1">
                <a:solidFill>
                  <a:srgbClr val="172E29"/>
                </a:solidFill>
                <a:latin typeface="Arial"/>
                <a:ea typeface="Arial"/>
                <a:cs typeface="Arial"/>
              </a:defRPr>
            </a:lvl3pPr>
            <a:lvl4pPr>
              <a:defRPr sz="3300" b="1">
                <a:solidFill>
                  <a:srgbClr val="172E29"/>
                </a:solidFill>
                <a:latin typeface="Arial"/>
                <a:ea typeface="Arial"/>
                <a:cs typeface="Arial"/>
              </a:defRPr>
            </a:lvl4pPr>
            <a:lvl5pPr>
              <a:defRPr sz="3300" b="1">
                <a:solidFill>
                  <a:srgbClr val="172E29"/>
                </a:solidFill>
                <a:latin typeface="Arial"/>
                <a:ea typeface="Arial"/>
                <a:cs typeface="Arial"/>
              </a:defRPr>
            </a:lvl5pPr>
            <a:lvl6pPr>
              <a:defRPr sz="3300" b="1">
                <a:solidFill>
                  <a:srgbClr val="172E29"/>
                </a:solidFill>
                <a:latin typeface="Arial"/>
                <a:ea typeface="Arial"/>
                <a:cs typeface="Arial"/>
              </a:defRPr>
            </a:lvl6pPr>
            <a:lvl7pPr>
              <a:defRPr sz="3300" b="1">
                <a:solidFill>
                  <a:srgbClr val="172E29"/>
                </a:solidFill>
                <a:latin typeface="Arial"/>
                <a:ea typeface="Arial"/>
                <a:cs typeface="Arial"/>
              </a:defRPr>
            </a:lvl7pPr>
            <a:lvl8pPr>
              <a:defRPr sz="3300" b="1">
                <a:solidFill>
                  <a:srgbClr val="172E29"/>
                </a:solidFill>
                <a:latin typeface="Arial"/>
                <a:ea typeface="Arial"/>
                <a:cs typeface="Arial"/>
              </a:defRPr>
            </a:lvl8pPr>
            <a:lvl9pPr>
              <a:defRPr sz="3300" b="1">
                <a:solidFill>
                  <a:srgbClr val="172E29"/>
                </a:solidFill>
                <a:latin typeface="Arial"/>
                <a:ea typeface="Arial"/>
                <a:cs typeface="Arial"/>
              </a:defRPr>
            </a:lvl9pPr>
          </a:lstStyle>
          <a:p xmlns:a="http://schemas.openxmlformats.org/drawingml/2006/main">
            <a:pPr>
              <a:defRPr sz="3300" b="1">
                <a:solidFill>
                  <a:srgbClr val="172E29"/>
                </a:solidFill>
                <a:latin typeface="Arial"/>
                <a:ea typeface="Arial"/>
                <a:cs typeface="Arial"/>
              </a:defRPr>
            </a:pPr>
            <a:r>
              <a:rPr sz="3300" b="1">
                <a:solidFill>
                  <a:srgbClr val="172E29"/>
                </a:solidFill>
                <a:latin typeface="Arial"/>
                <a:ea typeface="Arial"/>
                <a:cs typeface="Arial"/>
              </a:rPr>
              <a:t>Completed review scope</a:t>
            </a:r>
          </a:p>
        </p:txBody>
      </p:sp>
      <p:sp>
        <p:nvSpPr>
          <p:cNvPr id="2" name="">
            <a:extLst xmlns:a="http://schemas.openxmlformats.org/drawingml/2006/main">
              <a:ext uri="{FF2B5EF4-FFF2-40B4-BE49-F238E27FC236}">
                <a16:creationId xmlns:a16="http://schemas.microsoft.com/office/drawing/2014/main" id="{9A64628A-A9B4-4897-802F-6997BD149AE2}"/>
              </a:ext>
            </a:extLst>
          </p:cNvPr>
          <p:cNvSpPr>
            <a:spLocks xmlns:a="http://schemas.openxmlformats.org/drawingml/2006/main" noGrp="1"/>
          </p:cNvSpPr>
          <p:nvPr/>
        </p:nvSpPr>
        <p:spPr>
          <a:xfrm xmlns:a="http://schemas.openxmlformats.org/drawingml/2006/main">
            <a:off x="10991850" y="630555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3615C"/>
                </a:solidFill>
                <a:latin typeface="Arial"/>
                <a:ea typeface="Arial"/>
                <a:cs typeface="Arial"/>
              </a:defRPr>
            </a:defPPr>
            <a:lvl1pPr>
              <a:defRPr sz="1200" b="0">
                <a:solidFill>
                  <a:srgbClr val="53615C"/>
                </a:solidFill>
                <a:latin typeface="Arial"/>
                <a:ea typeface="Arial"/>
                <a:cs typeface="Arial"/>
              </a:defRPr>
            </a:lvl1pPr>
            <a:lvl2pPr>
              <a:defRPr sz="1200" b="0">
                <a:solidFill>
                  <a:srgbClr val="53615C"/>
                </a:solidFill>
                <a:latin typeface="Arial"/>
                <a:ea typeface="Arial"/>
                <a:cs typeface="Arial"/>
              </a:defRPr>
            </a:lvl2pPr>
            <a:lvl3pPr>
              <a:defRPr sz="1200" b="0">
                <a:solidFill>
                  <a:srgbClr val="53615C"/>
                </a:solidFill>
                <a:latin typeface="Arial"/>
                <a:ea typeface="Arial"/>
                <a:cs typeface="Arial"/>
              </a:defRPr>
            </a:lvl3pPr>
            <a:lvl4pPr>
              <a:defRPr sz="1200" b="0">
                <a:solidFill>
                  <a:srgbClr val="53615C"/>
                </a:solidFill>
                <a:latin typeface="Arial"/>
                <a:ea typeface="Arial"/>
                <a:cs typeface="Arial"/>
              </a:defRPr>
            </a:lvl4pPr>
            <a:lvl5pPr>
              <a:defRPr sz="1200" b="0">
                <a:solidFill>
                  <a:srgbClr val="53615C"/>
                </a:solidFill>
                <a:latin typeface="Arial"/>
                <a:ea typeface="Arial"/>
                <a:cs typeface="Arial"/>
              </a:defRPr>
            </a:lvl5pPr>
            <a:lvl6pPr>
              <a:defRPr sz="1200" b="0">
                <a:solidFill>
                  <a:srgbClr val="53615C"/>
                </a:solidFill>
                <a:latin typeface="Arial"/>
                <a:ea typeface="Arial"/>
                <a:cs typeface="Arial"/>
              </a:defRPr>
            </a:lvl6pPr>
            <a:lvl7pPr>
              <a:defRPr sz="1200" b="0">
                <a:solidFill>
                  <a:srgbClr val="53615C"/>
                </a:solidFill>
                <a:latin typeface="Arial"/>
                <a:ea typeface="Arial"/>
                <a:cs typeface="Arial"/>
              </a:defRPr>
            </a:lvl7pPr>
            <a:lvl8pPr>
              <a:defRPr sz="1200" b="0">
                <a:solidFill>
                  <a:srgbClr val="53615C"/>
                </a:solidFill>
                <a:latin typeface="Arial"/>
                <a:ea typeface="Arial"/>
                <a:cs typeface="Arial"/>
              </a:defRPr>
            </a:lvl8pPr>
            <a:lvl9pPr>
              <a:defRPr sz="1200" b="0">
                <a:solidFill>
                  <a:srgbClr val="53615C"/>
                </a:solidFill>
                <a:latin typeface="Arial"/>
                <a:ea typeface="Arial"/>
                <a:cs typeface="Arial"/>
              </a:defRPr>
            </a:lvl9pPr>
          </a:lstStyle>
          <a:p xmlns:a="http://schemas.openxmlformats.org/drawingml/2006/main">
            <a:pPr>
              <a:defRPr sz="1200" b="0">
                <a:solidFill>
                  <a:srgbClr val="53615C"/>
                </a:solidFill>
                <a:latin typeface="Arial"/>
                <a:ea typeface="Arial"/>
                <a:cs typeface="Arial"/>
              </a:defRPr>
            </a:pPr>
            <a:r>
              <a:rPr sz="1200" b="0">
                <a:solidFill>
                  <a:srgbClr val="53615C"/>
                </a:solidFill>
                <a:latin typeface="Arial"/>
                <a:ea typeface="Arial"/>
                <a:cs typeface="Arial"/>
              </a:rPr>
              <a:t>02</a:t>
            </a:r>
          </a:p>
        </p:txBody>
      </p:sp>
      <p:graphicFrame>
        <p:nvGraphicFramePr>
          <p:cNvPr id="3" name="">
            <a:extLst xmlns:a="http://schemas.openxmlformats.org/drawingml/2006/main">
              <a:ext uri="{FF2B5EF4-FFF2-40B4-BE49-F238E27FC236}">
                <a16:creationId xmlns:a16="http://schemas.microsoft.com/office/drawing/2014/main" id="{C96028BB-62BB-4C20-BEBB-14AFBF4361C3}"/>
              </a:ext>
            </a:extLst>
          </p:cNvPr>
          <p:cNvGraphicFramePr/>
          <p:nvPr/>
        </p:nvGraphicFramePr>
        <p:xfrm>
          <a:off xmlns:a="http://schemas.openxmlformats.org/drawingml/2006/main" x="609600" y="1714500"/>
          <a:ext xmlns:a="http://schemas.openxmlformats.org/drawingml/2006/main" cx="10972800" cy="3333750"/>
        </p:xfrm>
        <a:graphic xmlns:a="http://schemas.openxmlformats.org/drawingml/2006/main">
          <a:graphicData uri="http://schemas.openxmlformats.org/drawingml/2006/table">
            <a:tbl>
              <a:tblPr/>
              <a:tblGrid>
                <a:gridCol w="3810000"/>
                <a:gridCol w="7162800"/>
              </a:tblGrid>
              <a:tr h="666750">
                <a:tc>
                  <a:txBody>
                    <a:bodyPr lIns="133350" tIns="133350" rIns="133350" bIns="133350"/>
                    <a:lstStyle/>
                    <a:p>
                      <a:r>
                        <a:rPr sz="1725" b="1">
                          <a:solidFill>
                            <a:srgbClr val="FFFFFF"/>
                          </a:solidFill>
                          <a:latin typeface="Arial"/>
                          <a:ea typeface="Arial"/>
                          <a:cs typeface="Arial"/>
                        </a:rPr>
                        <a:t>Custom structure</a:t>
                      </a:r>
                    </a:p>
                  </a:txBody>
                  <a:tcPr marL="91440" marR="91440" marT="45720" marB="45720" anchor="ctr">
                    <a:lnL w="9525">
                      <a:solidFill>
                        <a:srgbClr val="D6E0DA"/>
                      </a:solidFill>
                      <a:prstDash val="solid"/>
                    </a:lnL>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c>
                  <a:txBody>
                    <a:bodyPr lIns="133350" tIns="133350" rIns="133350" bIns="133350"/>
                    <a:lstStyle/>
                    <a:p>
                      <a:r>
                        <a:rPr sz="1725" b="1">
                          <a:solidFill>
                            <a:srgbClr val="FFFFFF"/>
                          </a:solidFill>
                          <a:latin typeface="Arial"/>
                          <a:ea typeface="Arial"/>
                          <a:cs typeface="Arial"/>
                        </a:rPr>
                        <a:t>Game responsibility</a:t>
                      </a:r>
                    </a:p>
                  </a:txBody>
                  <a:tcPr marL="91440" marR="91440" marT="45720" marB="45720" anchor="ctr">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r>
              <a:tr h="666750">
                <a:tc>
                  <a:txBody>
                    <a:bodyPr lIns="133350" tIns="133350" rIns="133350" bIns="133350"/>
                    <a:lstStyle/>
                    <a:p>
                      <a:r>
                        <a:rPr sz="1725" b="0">
                          <a:solidFill>
                            <a:srgbClr val="172E29"/>
                          </a:solidFill>
                          <a:latin typeface="Arial"/>
                          <a:ea typeface="Arial"/>
                          <a:cs typeface="Arial"/>
                        </a:rPr>
                        <a:t>Resizable array</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Active entities and heap storage</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r h="666750">
                <a:tc>
                  <a:txBody>
                    <a:bodyPr lIns="133350" tIns="133350" rIns="133350" bIns="133350"/>
                    <a:lstStyle/>
                    <a:p>
                      <a:r>
                        <a:rPr sz="1725" b="0">
                          <a:solidFill>
                            <a:srgbClr val="172E29"/>
                          </a:solidFill>
                          <a:latin typeface="Arial"/>
                          <a:ea typeface="Arial"/>
                          <a:cs typeface="Arial"/>
                        </a:rPr>
                        <a:t>Enemy hash table</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Resolve a projectile target by ID</a:t>
                      </a:r>
                    </a:p>
                  </a:txBody>
                  <a:tcPr marL="91440" marR="91440" marT="45720" marB="45720" anchor="ctr">
                    <a:lnR w="9525">
                      <a:solidFill>
                        <a:srgbClr val="D6E0DA"/>
                      </a:solidFill>
                      <a:prstDash val="solid"/>
                    </a:lnR>
                    <a:lnB w="9525">
                      <a:solidFill>
                        <a:srgbClr val="D6E0DA"/>
                      </a:solidFill>
                      <a:prstDash val="solid"/>
                    </a:lnB>
                    <a:solidFill>
                      <a:srgbClr val="FFFFFF"/>
                    </a:solidFill>
                  </a:tcPr>
                </a:tc>
              </a:tr>
              <a:tr h="666750">
                <a:tc>
                  <a:txBody>
                    <a:bodyPr lIns="133350" tIns="133350" rIns="133350" bIns="133350"/>
                    <a:lstStyle/>
                    <a:p>
                      <a:r>
                        <a:rPr sz="1725" b="0">
                          <a:solidFill>
                            <a:srgbClr val="172E29"/>
                          </a:solidFill>
                          <a:latin typeface="Arial"/>
                          <a:ea typeface="Arial"/>
                          <a:cs typeface="Arial"/>
                        </a:rPr>
                        <a:t>Spawn min heap</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Process the earliest scheduled event</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r h="666750">
                <a:tc>
                  <a:txBody>
                    <a:bodyPr lIns="133350" tIns="133350" rIns="133350" bIns="133350"/>
                    <a:lstStyle/>
                    <a:p>
                      <a:r>
                        <a:rPr sz="1725" b="0">
                          <a:solidFill>
                            <a:srgbClr val="172E29"/>
                          </a:solidFill>
                          <a:latin typeface="Arial"/>
                          <a:ea typeface="Arial"/>
                          <a:cs typeface="Arial"/>
                        </a:rPr>
                        <a:t>AVL tree</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Rank completed game scores</a:t>
                      </a:r>
                    </a:p>
                  </a:txBody>
                  <a:tcPr marL="91440" marR="91440" marT="45720" marB="45720" anchor="ctr">
                    <a:lnR w="9525">
                      <a:solidFill>
                        <a:srgbClr val="D6E0DA"/>
                      </a:solidFill>
                      <a:prstDash val="solid"/>
                    </a:lnR>
                    <a:lnB w="9525">
                      <a:solidFill>
                        <a:srgbClr val="D6E0D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204CECA-D81B-4145-A485-AC8DDA53359B}"/>
              </a:ext>
            </a:extLst>
          </p:cNvPr>
          <p:cNvSpPr>
            <a:spLocks xmlns:a="http://schemas.openxmlformats.org/drawingml/2006/main" noGrp="1"/>
          </p:cNvSpPr>
          <p:nvPr/>
        </p:nvSpPr>
        <p:spPr>
          <a:xfrm xmlns:a="http://schemas.openxmlformats.org/drawingml/2006/main">
            <a:off x="609600" y="56197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3615C"/>
                </a:solidFill>
                <a:latin typeface="Arial"/>
                <a:ea typeface="Arial"/>
                <a:cs typeface="Arial"/>
              </a:defRPr>
            </a:defPPr>
            <a:lvl1pPr>
              <a:defRPr sz="1800" b="0">
                <a:solidFill>
                  <a:srgbClr val="53615C"/>
                </a:solidFill>
                <a:latin typeface="Arial"/>
                <a:ea typeface="Arial"/>
                <a:cs typeface="Arial"/>
              </a:defRPr>
            </a:lvl1pPr>
            <a:lvl2pPr>
              <a:defRPr sz="1800" b="0">
                <a:solidFill>
                  <a:srgbClr val="53615C"/>
                </a:solidFill>
                <a:latin typeface="Arial"/>
                <a:ea typeface="Arial"/>
                <a:cs typeface="Arial"/>
              </a:defRPr>
            </a:lvl2pPr>
            <a:lvl3pPr>
              <a:defRPr sz="1800" b="0">
                <a:solidFill>
                  <a:srgbClr val="53615C"/>
                </a:solidFill>
                <a:latin typeface="Arial"/>
                <a:ea typeface="Arial"/>
                <a:cs typeface="Arial"/>
              </a:defRPr>
            </a:lvl3pPr>
            <a:lvl4pPr>
              <a:defRPr sz="1800" b="0">
                <a:solidFill>
                  <a:srgbClr val="53615C"/>
                </a:solidFill>
                <a:latin typeface="Arial"/>
                <a:ea typeface="Arial"/>
                <a:cs typeface="Arial"/>
              </a:defRPr>
            </a:lvl4pPr>
            <a:lvl5pPr>
              <a:defRPr sz="1800" b="0">
                <a:solidFill>
                  <a:srgbClr val="53615C"/>
                </a:solidFill>
                <a:latin typeface="Arial"/>
                <a:ea typeface="Arial"/>
                <a:cs typeface="Arial"/>
              </a:defRPr>
            </a:lvl5pPr>
            <a:lvl6pPr>
              <a:defRPr sz="1800" b="0">
                <a:solidFill>
                  <a:srgbClr val="53615C"/>
                </a:solidFill>
                <a:latin typeface="Arial"/>
                <a:ea typeface="Arial"/>
                <a:cs typeface="Arial"/>
              </a:defRPr>
            </a:lvl6pPr>
            <a:lvl7pPr>
              <a:defRPr sz="1800" b="0">
                <a:solidFill>
                  <a:srgbClr val="53615C"/>
                </a:solidFill>
                <a:latin typeface="Arial"/>
                <a:ea typeface="Arial"/>
                <a:cs typeface="Arial"/>
              </a:defRPr>
            </a:lvl7pPr>
            <a:lvl8pPr>
              <a:defRPr sz="1800" b="0">
                <a:solidFill>
                  <a:srgbClr val="53615C"/>
                </a:solidFill>
                <a:latin typeface="Arial"/>
                <a:ea typeface="Arial"/>
                <a:cs typeface="Arial"/>
              </a:defRPr>
            </a:lvl8pPr>
            <a:lvl9pPr>
              <a:defRPr sz="1800" b="0">
                <a:solidFill>
                  <a:srgbClr val="53615C"/>
                </a:solidFill>
                <a:latin typeface="Arial"/>
                <a:ea typeface="Arial"/>
                <a:cs typeface="Arial"/>
              </a:defRPr>
            </a:lvl9pPr>
          </a:lstStyle>
          <a:p xmlns:a="http://schemas.openxmlformats.org/drawingml/2006/main">
            <a:pPr>
              <a:defRPr sz="1800" b="0">
                <a:solidFill>
                  <a:srgbClr val="53615C"/>
                </a:solidFill>
                <a:latin typeface="Arial"/>
                <a:ea typeface="Arial"/>
                <a:cs typeface="Arial"/>
              </a:defRPr>
            </a:pPr>
            <a:r>
              <a:rPr sz="1800" b="0">
                <a:solidFill>
                  <a:srgbClr val="53615C"/>
                </a:solidFill>
                <a:latin typeface="Arial"/>
                <a:ea typeface="Arial"/>
                <a:cs typeface="Arial"/>
              </a:rPr>
              <a:t>Playable console: three waves, tower actions, pause and scoring</a:t>
            </a:r>
          </a:p>
        </p:txBody>
      </p:sp>
    </p:spTree>
    <p:extLst>
      <p:ext uri="{BB962C8B-B14F-4D97-AF65-F5344CB8AC3E}">
        <p14:creationId xmlns:p14="http://schemas.microsoft.com/office/powerpoint/2010/main" val="5060161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125AB3D-68AD-4A7C-87A3-D439B76A35B9}"/>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72E29"/>
                </a:solidFill>
                <a:latin typeface="Arial"/>
                <a:ea typeface="Arial"/>
                <a:cs typeface="Arial"/>
              </a:defRPr>
            </a:defPPr>
            <a:lvl1pPr>
              <a:defRPr sz="3300" b="1">
                <a:solidFill>
                  <a:srgbClr val="172E29"/>
                </a:solidFill>
                <a:latin typeface="Arial"/>
                <a:ea typeface="Arial"/>
                <a:cs typeface="Arial"/>
              </a:defRPr>
            </a:lvl1pPr>
            <a:lvl2pPr>
              <a:defRPr sz="3300" b="1">
                <a:solidFill>
                  <a:srgbClr val="172E29"/>
                </a:solidFill>
                <a:latin typeface="Arial"/>
                <a:ea typeface="Arial"/>
                <a:cs typeface="Arial"/>
              </a:defRPr>
            </a:lvl2pPr>
            <a:lvl3pPr>
              <a:defRPr sz="3300" b="1">
                <a:solidFill>
                  <a:srgbClr val="172E29"/>
                </a:solidFill>
                <a:latin typeface="Arial"/>
                <a:ea typeface="Arial"/>
                <a:cs typeface="Arial"/>
              </a:defRPr>
            </a:lvl3pPr>
            <a:lvl4pPr>
              <a:defRPr sz="3300" b="1">
                <a:solidFill>
                  <a:srgbClr val="172E29"/>
                </a:solidFill>
                <a:latin typeface="Arial"/>
                <a:ea typeface="Arial"/>
                <a:cs typeface="Arial"/>
              </a:defRPr>
            </a:lvl4pPr>
            <a:lvl5pPr>
              <a:defRPr sz="3300" b="1">
                <a:solidFill>
                  <a:srgbClr val="172E29"/>
                </a:solidFill>
                <a:latin typeface="Arial"/>
                <a:ea typeface="Arial"/>
                <a:cs typeface="Arial"/>
              </a:defRPr>
            </a:lvl5pPr>
            <a:lvl6pPr>
              <a:defRPr sz="3300" b="1">
                <a:solidFill>
                  <a:srgbClr val="172E29"/>
                </a:solidFill>
                <a:latin typeface="Arial"/>
                <a:ea typeface="Arial"/>
                <a:cs typeface="Arial"/>
              </a:defRPr>
            </a:lvl6pPr>
            <a:lvl7pPr>
              <a:defRPr sz="3300" b="1">
                <a:solidFill>
                  <a:srgbClr val="172E29"/>
                </a:solidFill>
                <a:latin typeface="Arial"/>
                <a:ea typeface="Arial"/>
                <a:cs typeface="Arial"/>
              </a:defRPr>
            </a:lvl7pPr>
            <a:lvl8pPr>
              <a:defRPr sz="3300" b="1">
                <a:solidFill>
                  <a:srgbClr val="172E29"/>
                </a:solidFill>
                <a:latin typeface="Arial"/>
                <a:ea typeface="Arial"/>
                <a:cs typeface="Arial"/>
              </a:defRPr>
            </a:lvl8pPr>
            <a:lvl9pPr>
              <a:defRPr sz="3300" b="1">
                <a:solidFill>
                  <a:srgbClr val="172E29"/>
                </a:solidFill>
                <a:latin typeface="Arial"/>
                <a:ea typeface="Arial"/>
                <a:cs typeface="Arial"/>
              </a:defRPr>
            </a:lvl9pPr>
          </a:lstStyle>
          <a:p xmlns:a="http://schemas.openxmlformats.org/drawingml/2006/main">
            <a:pPr>
              <a:defRPr sz="3300" b="1">
                <a:solidFill>
                  <a:srgbClr val="172E29"/>
                </a:solidFill>
                <a:latin typeface="Arial"/>
                <a:ea typeface="Arial"/>
                <a:cs typeface="Arial"/>
              </a:defRPr>
            </a:pPr>
            <a:r>
              <a:rPr sz="3300" b="1">
                <a:solidFill>
                  <a:srgbClr val="172E29"/>
                </a:solidFill>
                <a:latin typeface="Arial"/>
                <a:ea typeface="Arial"/>
                <a:cs typeface="Arial"/>
              </a:rPr>
              <a:t>Console game architecture</a:t>
            </a:r>
          </a:p>
        </p:txBody>
      </p:sp>
      <p:sp>
        <p:nvSpPr>
          <p:cNvPr id="2" name="">
            <a:extLst xmlns:a="http://schemas.openxmlformats.org/drawingml/2006/main">
              <a:ext uri="{FF2B5EF4-FFF2-40B4-BE49-F238E27FC236}">
                <a16:creationId xmlns:a16="http://schemas.microsoft.com/office/drawing/2014/main" id="{1E380442-69A0-4A20-AE25-0C4F42D71098}"/>
              </a:ext>
            </a:extLst>
          </p:cNvPr>
          <p:cNvSpPr>
            <a:spLocks xmlns:a="http://schemas.openxmlformats.org/drawingml/2006/main" noGrp="1"/>
          </p:cNvSpPr>
          <p:nvPr/>
        </p:nvSpPr>
        <p:spPr>
          <a:xfrm xmlns:a="http://schemas.openxmlformats.org/drawingml/2006/main">
            <a:off x="10991850" y="630555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3615C"/>
                </a:solidFill>
                <a:latin typeface="Arial"/>
                <a:ea typeface="Arial"/>
                <a:cs typeface="Arial"/>
              </a:defRPr>
            </a:defPPr>
            <a:lvl1pPr>
              <a:defRPr sz="1200" b="0">
                <a:solidFill>
                  <a:srgbClr val="53615C"/>
                </a:solidFill>
                <a:latin typeface="Arial"/>
                <a:ea typeface="Arial"/>
                <a:cs typeface="Arial"/>
              </a:defRPr>
            </a:lvl1pPr>
            <a:lvl2pPr>
              <a:defRPr sz="1200" b="0">
                <a:solidFill>
                  <a:srgbClr val="53615C"/>
                </a:solidFill>
                <a:latin typeface="Arial"/>
                <a:ea typeface="Arial"/>
                <a:cs typeface="Arial"/>
              </a:defRPr>
            </a:lvl2pPr>
            <a:lvl3pPr>
              <a:defRPr sz="1200" b="0">
                <a:solidFill>
                  <a:srgbClr val="53615C"/>
                </a:solidFill>
                <a:latin typeface="Arial"/>
                <a:ea typeface="Arial"/>
                <a:cs typeface="Arial"/>
              </a:defRPr>
            </a:lvl3pPr>
            <a:lvl4pPr>
              <a:defRPr sz="1200" b="0">
                <a:solidFill>
                  <a:srgbClr val="53615C"/>
                </a:solidFill>
                <a:latin typeface="Arial"/>
                <a:ea typeface="Arial"/>
                <a:cs typeface="Arial"/>
              </a:defRPr>
            </a:lvl4pPr>
            <a:lvl5pPr>
              <a:defRPr sz="1200" b="0">
                <a:solidFill>
                  <a:srgbClr val="53615C"/>
                </a:solidFill>
                <a:latin typeface="Arial"/>
                <a:ea typeface="Arial"/>
                <a:cs typeface="Arial"/>
              </a:defRPr>
            </a:lvl5pPr>
            <a:lvl6pPr>
              <a:defRPr sz="1200" b="0">
                <a:solidFill>
                  <a:srgbClr val="53615C"/>
                </a:solidFill>
                <a:latin typeface="Arial"/>
                <a:ea typeface="Arial"/>
                <a:cs typeface="Arial"/>
              </a:defRPr>
            </a:lvl6pPr>
            <a:lvl7pPr>
              <a:defRPr sz="1200" b="0">
                <a:solidFill>
                  <a:srgbClr val="53615C"/>
                </a:solidFill>
                <a:latin typeface="Arial"/>
                <a:ea typeface="Arial"/>
                <a:cs typeface="Arial"/>
              </a:defRPr>
            </a:lvl7pPr>
            <a:lvl8pPr>
              <a:defRPr sz="1200" b="0">
                <a:solidFill>
                  <a:srgbClr val="53615C"/>
                </a:solidFill>
                <a:latin typeface="Arial"/>
                <a:ea typeface="Arial"/>
                <a:cs typeface="Arial"/>
              </a:defRPr>
            </a:lvl8pPr>
            <a:lvl9pPr>
              <a:defRPr sz="1200" b="0">
                <a:solidFill>
                  <a:srgbClr val="53615C"/>
                </a:solidFill>
                <a:latin typeface="Arial"/>
                <a:ea typeface="Arial"/>
                <a:cs typeface="Arial"/>
              </a:defRPr>
            </a:lvl9pPr>
          </a:lstStyle>
          <a:p xmlns:a="http://schemas.openxmlformats.org/drawingml/2006/main">
            <a:pPr>
              <a:defRPr sz="1200" b="0">
                <a:solidFill>
                  <a:srgbClr val="53615C"/>
                </a:solidFill>
                <a:latin typeface="Arial"/>
                <a:ea typeface="Arial"/>
                <a:cs typeface="Arial"/>
              </a:defRPr>
            </a:pPr>
            <a:r>
              <a:rPr sz="1200" b="0">
                <a:solidFill>
                  <a:srgbClr val="53615C"/>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EF580B64-10D1-4C61-BA68-A640CE027AE8}"/>
              </a:ext>
            </a:extLst>
          </p:cNvPr>
          <p:cNvGraphicFramePr/>
          <p:nvPr/>
        </p:nvGraphicFramePr>
        <p:xfrm>
          <a:off xmlns:a="http://schemas.openxmlformats.org/drawingml/2006/main" x="609600" y="1714500"/>
          <a:ext xmlns:a="http://schemas.openxmlformats.org/drawingml/2006/main" cx="10972800" cy="3238500"/>
        </p:xfrm>
        <a:graphic xmlns:a="http://schemas.openxmlformats.org/drawingml/2006/main">
          <a:graphicData uri="http://schemas.openxmlformats.org/drawingml/2006/table">
            <a:tbl>
              <a:tblPr/>
              <a:tblGrid>
                <a:gridCol w="1905000"/>
                <a:gridCol w="4381500"/>
                <a:gridCol w="4686300"/>
              </a:tblGrid>
              <a:tr h="647700">
                <a:tc>
                  <a:txBody>
                    <a:bodyPr lIns="133350" tIns="133350" rIns="133350" bIns="133350"/>
                    <a:lstStyle/>
                    <a:p>
                      <a:r>
                        <a:rPr sz="1725" b="1">
                          <a:solidFill>
                            <a:srgbClr val="FFFFFF"/>
                          </a:solidFill>
                          <a:latin typeface="Arial"/>
                          <a:ea typeface="Arial"/>
                          <a:cs typeface="Arial"/>
                        </a:rPr>
                        <a:t>Layer</a:t>
                      </a:r>
                    </a:p>
                  </a:txBody>
                  <a:tcPr marL="91440" marR="91440" marT="45720" marB="45720" anchor="ctr">
                    <a:lnL w="9525">
                      <a:solidFill>
                        <a:srgbClr val="D6E0DA"/>
                      </a:solidFill>
                      <a:prstDash val="solid"/>
                    </a:lnL>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c>
                  <a:txBody>
                    <a:bodyPr lIns="133350" tIns="133350" rIns="133350" bIns="133350"/>
                    <a:lstStyle/>
                    <a:p>
                      <a:r>
                        <a:rPr sz="1725" b="1">
                          <a:solidFill>
                            <a:srgbClr val="FFFFFF"/>
                          </a:solidFill>
                          <a:latin typeface="Arial"/>
                          <a:ea typeface="Arial"/>
                          <a:cs typeface="Arial"/>
                        </a:rPr>
                        <a:t>Main classes</a:t>
                      </a:r>
                    </a:p>
                  </a:txBody>
                  <a:tcPr marL="91440" marR="91440" marT="45720" marB="45720" anchor="ctr">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c>
                  <a:txBody>
                    <a:bodyPr lIns="133350" tIns="133350" rIns="133350" bIns="133350"/>
                    <a:lstStyle/>
                    <a:p>
                      <a:r>
                        <a:rPr sz="1725" b="1">
                          <a:solidFill>
                            <a:srgbClr val="FFFFFF"/>
                          </a:solidFill>
                          <a:latin typeface="Arial"/>
                          <a:ea typeface="Arial"/>
                          <a:cs typeface="Arial"/>
                        </a:rPr>
                        <a:t>Role</a:t>
                      </a:r>
                    </a:p>
                  </a:txBody>
                  <a:tcPr marL="91440" marR="91440" marT="45720" marB="45720" anchor="ctr">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r>
              <a:tr h="647700">
                <a:tc>
                  <a:txBody>
                    <a:bodyPr lIns="133350" tIns="133350" rIns="133350" bIns="133350"/>
                    <a:lstStyle/>
                    <a:p>
                      <a:r>
                        <a:rPr sz="1725" b="0">
                          <a:solidFill>
                            <a:srgbClr val="172E29"/>
                          </a:solidFill>
                          <a:latin typeface="Arial"/>
                          <a:ea typeface="Arial"/>
                          <a:cs typeface="Arial"/>
                        </a:rPr>
                        <a:t>Console</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ConsoleGame</a:t>
                      </a:r>
                    </a:p>
                  </a:txBody>
                  <a:tcPr marL="91440" marR="91440" marT="45720" marB="45720" anchor="ctr">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Commands and inspection</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r h="647700">
                <a:tc>
                  <a:txBody>
                    <a:bodyPr lIns="133350" tIns="133350" rIns="133350" bIns="133350"/>
                    <a:lstStyle/>
                    <a:p>
                      <a:r>
                        <a:rPr sz="1725" b="0">
                          <a:solidFill>
                            <a:srgbClr val="172E29"/>
                          </a:solidFill>
                          <a:latin typeface="Arial"/>
                          <a:ea typeface="Arial"/>
                          <a:cs typeface="Arial"/>
                        </a:rPr>
                        <a:t>Simulation</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GameEngine, WaveManager</a:t>
                      </a:r>
                    </a:p>
                  </a:txBody>
                  <a:tcPr marL="91440" marR="91440" marT="45720" marB="45720" anchor="ctr">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Rules and scheduled spawns</a:t>
                      </a:r>
                    </a:p>
                  </a:txBody>
                  <a:tcPr marL="91440" marR="91440" marT="45720" marB="45720" anchor="ctr">
                    <a:lnR w="9525">
                      <a:solidFill>
                        <a:srgbClr val="D6E0DA"/>
                      </a:solidFill>
                      <a:prstDash val="solid"/>
                    </a:lnR>
                    <a:lnB w="9525">
                      <a:solidFill>
                        <a:srgbClr val="D6E0DA"/>
                      </a:solidFill>
                      <a:prstDash val="solid"/>
                    </a:lnB>
                    <a:solidFill>
                      <a:srgbClr val="FFFFFF"/>
                    </a:solidFill>
                  </a:tcPr>
                </a:tc>
              </a:tr>
              <a:tr h="647700">
                <a:tc>
                  <a:txBody>
                    <a:bodyPr lIns="133350" tIns="133350" rIns="133350" bIns="133350"/>
                    <a:lstStyle/>
                    <a:p>
                      <a:r>
                        <a:rPr sz="1725" b="0">
                          <a:solidFill>
                            <a:srgbClr val="172E29"/>
                          </a:solidFill>
                          <a:latin typeface="Arial"/>
                          <a:ea typeface="Arial"/>
                          <a:cs typeface="Arial"/>
                        </a:rPr>
                        <a:t>Models</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Enemy, Tower, GamePath</a:t>
                      </a:r>
                    </a:p>
                  </a:txBody>
                  <a:tcPr marL="91440" marR="91440" marT="45720" marB="45720" anchor="ctr">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Game data and movement</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r h="647700">
                <a:tc>
                  <a:txBody>
                    <a:bodyPr lIns="133350" tIns="133350" rIns="133350" bIns="133350"/>
                    <a:lstStyle/>
                    <a:p>
                      <a:r>
                        <a:rPr sz="1725" b="0">
                          <a:solidFill>
                            <a:srgbClr val="172E29"/>
                          </a:solidFill>
                          <a:latin typeface="Arial"/>
                          <a:ea typeface="Arial"/>
                          <a:cs typeface="Arial"/>
                        </a:rPr>
                        <a:t>Structures</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Array, hash table, heap, AVL</a:t>
                      </a:r>
                    </a:p>
                  </a:txBody>
                  <a:tcPr marL="91440" marR="91440" marT="45720" marB="45720" anchor="ctr">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Storage and ordering</a:t>
                      </a:r>
                    </a:p>
                  </a:txBody>
                  <a:tcPr marL="91440" marR="91440" marT="45720" marB="45720" anchor="ctr">
                    <a:lnR w="9525">
                      <a:solidFill>
                        <a:srgbClr val="D6E0DA"/>
                      </a:solidFill>
                      <a:prstDash val="solid"/>
                    </a:lnR>
                    <a:lnB w="9525">
                      <a:solidFill>
                        <a:srgbClr val="D6E0D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AABA214-BA61-414D-9651-31D3CF8477F0}"/>
              </a:ext>
            </a:extLst>
          </p:cNvPr>
          <p:cNvSpPr>
            <a:spLocks xmlns:a="http://schemas.openxmlformats.org/drawingml/2006/main" noGrp="1"/>
          </p:cNvSpPr>
          <p:nvPr/>
        </p:nvSpPr>
        <p:spPr>
          <a:xfrm xmlns:a="http://schemas.openxmlformats.org/drawingml/2006/main">
            <a:off x="609600" y="56197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3615C"/>
                </a:solidFill>
                <a:latin typeface="Arial"/>
                <a:ea typeface="Arial"/>
                <a:cs typeface="Arial"/>
              </a:defRPr>
            </a:defPPr>
            <a:lvl1pPr>
              <a:defRPr sz="1800" b="0">
                <a:solidFill>
                  <a:srgbClr val="53615C"/>
                </a:solidFill>
                <a:latin typeface="Arial"/>
                <a:ea typeface="Arial"/>
                <a:cs typeface="Arial"/>
              </a:defRPr>
            </a:lvl1pPr>
            <a:lvl2pPr>
              <a:defRPr sz="1800" b="0">
                <a:solidFill>
                  <a:srgbClr val="53615C"/>
                </a:solidFill>
                <a:latin typeface="Arial"/>
                <a:ea typeface="Arial"/>
                <a:cs typeface="Arial"/>
              </a:defRPr>
            </a:lvl2pPr>
            <a:lvl3pPr>
              <a:defRPr sz="1800" b="0">
                <a:solidFill>
                  <a:srgbClr val="53615C"/>
                </a:solidFill>
                <a:latin typeface="Arial"/>
                <a:ea typeface="Arial"/>
                <a:cs typeface="Arial"/>
              </a:defRPr>
            </a:lvl3pPr>
            <a:lvl4pPr>
              <a:defRPr sz="1800" b="0">
                <a:solidFill>
                  <a:srgbClr val="53615C"/>
                </a:solidFill>
                <a:latin typeface="Arial"/>
                <a:ea typeface="Arial"/>
                <a:cs typeface="Arial"/>
              </a:defRPr>
            </a:lvl4pPr>
            <a:lvl5pPr>
              <a:defRPr sz="1800" b="0">
                <a:solidFill>
                  <a:srgbClr val="53615C"/>
                </a:solidFill>
                <a:latin typeface="Arial"/>
                <a:ea typeface="Arial"/>
                <a:cs typeface="Arial"/>
              </a:defRPr>
            </a:lvl5pPr>
            <a:lvl6pPr>
              <a:defRPr sz="1800" b="0">
                <a:solidFill>
                  <a:srgbClr val="53615C"/>
                </a:solidFill>
                <a:latin typeface="Arial"/>
                <a:ea typeface="Arial"/>
                <a:cs typeface="Arial"/>
              </a:defRPr>
            </a:lvl6pPr>
            <a:lvl7pPr>
              <a:defRPr sz="1800" b="0">
                <a:solidFill>
                  <a:srgbClr val="53615C"/>
                </a:solidFill>
                <a:latin typeface="Arial"/>
                <a:ea typeface="Arial"/>
                <a:cs typeface="Arial"/>
              </a:defRPr>
            </a:lvl7pPr>
            <a:lvl8pPr>
              <a:defRPr sz="1800" b="0">
                <a:solidFill>
                  <a:srgbClr val="53615C"/>
                </a:solidFill>
                <a:latin typeface="Arial"/>
                <a:ea typeface="Arial"/>
                <a:cs typeface="Arial"/>
              </a:defRPr>
            </a:lvl8pPr>
            <a:lvl9pPr>
              <a:defRPr sz="1800" b="0">
                <a:solidFill>
                  <a:srgbClr val="53615C"/>
                </a:solidFill>
                <a:latin typeface="Arial"/>
                <a:ea typeface="Arial"/>
                <a:cs typeface="Arial"/>
              </a:defRPr>
            </a:lvl9pPr>
          </a:lstStyle>
          <a:p xmlns:a="http://schemas.openxmlformats.org/drawingml/2006/main">
            <a:pPr>
              <a:defRPr sz="1800" b="0">
                <a:solidFill>
                  <a:srgbClr val="53615C"/>
                </a:solidFill>
                <a:latin typeface="Arial"/>
                <a:ea typeface="Arial"/>
                <a:cs typeface="Arial"/>
              </a:defRPr>
            </a:pPr>
            <a:r>
              <a:rPr sz="1800" b="0">
                <a:solidFill>
                  <a:srgbClr val="53615C"/>
                </a:solidFill>
                <a:latin typeface="Arial"/>
                <a:ea typeface="Arial"/>
                <a:cs typeface="Arial"/>
              </a:rPr>
              <a:t>Explicit ticks make the same command sequence repeatable</a:t>
            </a:r>
          </a:p>
        </p:txBody>
      </p:sp>
    </p:spTree>
    <p:extLst>
      <p:ext uri="{BB962C8B-B14F-4D97-AF65-F5344CB8AC3E}">
        <p14:creationId xmlns:p14="http://schemas.microsoft.com/office/powerpoint/2010/main" val="7810967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E04AAB-F139-43C7-BD48-B325A76347E5}"/>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72E29"/>
                </a:solidFill>
                <a:latin typeface="Arial"/>
                <a:ea typeface="Arial"/>
                <a:cs typeface="Arial"/>
              </a:defRPr>
            </a:defPPr>
            <a:lvl1pPr>
              <a:defRPr sz="3300" b="1">
                <a:solidFill>
                  <a:srgbClr val="172E29"/>
                </a:solidFill>
                <a:latin typeface="Arial"/>
                <a:ea typeface="Arial"/>
                <a:cs typeface="Arial"/>
              </a:defRPr>
            </a:lvl1pPr>
            <a:lvl2pPr>
              <a:defRPr sz="3300" b="1">
                <a:solidFill>
                  <a:srgbClr val="172E29"/>
                </a:solidFill>
                <a:latin typeface="Arial"/>
                <a:ea typeface="Arial"/>
                <a:cs typeface="Arial"/>
              </a:defRPr>
            </a:lvl2pPr>
            <a:lvl3pPr>
              <a:defRPr sz="3300" b="1">
                <a:solidFill>
                  <a:srgbClr val="172E29"/>
                </a:solidFill>
                <a:latin typeface="Arial"/>
                <a:ea typeface="Arial"/>
                <a:cs typeface="Arial"/>
              </a:defRPr>
            </a:lvl3pPr>
            <a:lvl4pPr>
              <a:defRPr sz="3300" b="1">
                <a:solidFill>
                  <a:srgbClr val="172E29"/>
                </a:solidFill>
                <a:latin typeface="Arial"/>
                <a:ea typeface="Arial"/>
                <a:cs typeface="Arial"/>
              </a:defRPr>
            </a:lvl4pPr>
            <a:lvl5pPr>
              <a:defRPr sz="3300" b="1">
                <a:solidFill>
                  <a:srgbClr val="172E29"/>
                </a:solidFill>
                <a:latin typeface="Arial"/>
                <a:ea typeface="Arial"/>
                <a:cs typeface="Arial"/>
              </a:defRPr>
            </a:lvl5pPr>
            <a:lvl6pPr>
              <a:defRPr sz="3300" b="1">
                <a:solidFill>
                  <a:srgbClr val="172E29"/>
                </a:solidFill>
                <a:latin typeface="Arial"/>
                <a:ea typeface="Arial"/>
                <a:cs typeface="Arial"/>
              </a:defRPr>
            </a:lvl6pPr>
            <a:lvl7pPr>
              <a:defRPr sz="3300" b="1">
                <a:solidFill>
                  <a:srgbClr val="172E29"/>
                </a:solidFill>
                <a:latin typeface="Arial"/>
                <a:ea typeface="Arial"/>
                <a:cs typeface="Arial"/>
              </a:defRPr>
            </a:lvl7pPr>
            <a:lvl8pPr>
              <a:defRPr sz="3300" b="1">
                <a:solidFill>
                  <a:srgbClr val="172E29"/>
                </a:solidFill>
                <a:latin typeface="Arial"/>
                <a:ea typeface="Arial"/>
                <a:cs typeface="Arial"/>
              </a:defRPr>
            </a:lvl8pPr>
            <a:lvl9pPr>
              <a:defRPr sz="3300" b="1">
                <a:solidFill>
                  <a:srgbClr val="172E29"/>
                </a:solidFill>
                <a:latin typeface="Arial"/>
                <a:ea typeface="Arial"/>
                <a:cs typeface="Arial"/>
              </a:defRPr>
            </a:lvl9pPr>
          </a:lstStyle>
          <a:p xmlns:a="http://schemas.openxmlformats.org/drawingml/2006/main">
            <a:pPr>
              <a:defRPr sz="3300" b="1">
                <a:solidFill>
                  <a:srgbClr val="172E29"/>
                </a:solidFill>
                <a:latin typeface="Arial"/>
                <a:ea typeface="Arial"/>
                <a:cs typeface="Arial"/>
              </a:defRPr>
            </a:pPr>
            <a:r>
              <a:rPr sz="3300" b="1">
                <a:solidFill>
                  <a:srgbClr val="172E29"/>
                </a:solidFill>
                <a:latin typeface="Arial"/>
                <a:ea typeface="Arial"/>
                <a:cs typeface="Arial"/>
              </a:rPr>
              <a:t>Resizable array</a:t>
            </a:r>
          </a:p>
        </p:txBody>
      </p:sp>
      <p:sp>
        <p:nvSpPr>
          <p:cNvPr id="2" name="">
            <a:extLst xmlns:a="http://schemas.openxmlformats.org/drawingml/2006/main">
              <a:ext uri="{FF2B5EF4-FFF2-40B4-BE49-F238E27FC236}">
                <a16:creationId xmlns:a16="http://schemas.microsoft.com/office/drawing/2014/main" id="{16A02DF1-96FB-4228-B8BD-4F5826C5D7B6}"/>
              </a:ext>
            </a:extLst>
          </p:cNvPr>
          <p:cNvSpPr>
            <a:spLocks xmlns:a="http://schemas.openxmlformats.org/drawingml/2006/main" noGrp="1"/>
          </p:cNvSpPr>
          <p:nvPr/>
        </p:nvSpPr>
        <p:spPr>
          <a:xfrm xmlns:a="http://schemas.openxmlformats.org/drawingml/2006/main">
            <a:off x="10991850" y="630555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3615C"/>
                </a:solidFill>
                <a:latin typeface="Arial"/>
                <a:ea typeface="Arial"/>
                <a:cs typeface="Arial"/>
              </a:defRPr>
            </a:defPPr>
            <a:lvl1pPr>
              <a:defRPr sz="1200" b="0">
                <a:solidFill>
                  <a:srgbClr val="53615C"/>
                </a:solidFill>
                <a:latin typeface="Arial"/>
                <a:ea typeface="Arial"/>
                <a:cs typeface="Arial"/>
              </a:defRPr>
            </a:lvl1pPr>
            <a:lvl2pPr>
              <a:defRPr sz="1200" b="0">
                <a:solidFill>
                  <a:srgbClr val="53615C"/>
                </a:solidFill>
                <a:latin typeface="Arial"/>
                <a:ea typeface="Arial"/>
                <a:cs typeface="Arial"/>
              </a:defRPr>
            </a:lvl2pPr>
            <a:lvl3pPr>
              <a:defRPr sz="1200" b="0">
                <a:solidFill>
                  <a:srgbClr val="53615C"/>
                </a:solidFill>
                <a:latin typeface="Arial"/>
                <a:ea typeface="Arial"/>
                <a:cs typeface="Arial"/>
              </a:defRPr>
            </a:lvl3pPr>
            <a:lvl4pPr>
              <a:defRPr sz="1200" b="0">
                <a:solidFill>
                  <a:srgbClr val="53615C"/>
                </a:solidFill>
                <a:latin typeface="Arial"/>
                <a:ea typeface="Arial"/>
                <a:cs typeface="Arial"/>
              </a:defRPr>
            </a:lvl4pPr>
            <a:lvl5pPr>
              <a:defRPr sz="1200" b="0">
                <a:solidFill>
                  <a:srgbClr val="53615C"/>
                </a:solidFill>
                <a:latin typeface="Arial"/>
                <a:ea typeface="Arial"/>
                <a:cs typeface="Arial"/>
              </a:defRPr>
            </a:lvl5pPr>
            <a:lvl6pPr>
              <a:defRPr sz="1200" b="0">
                <a:solidFill>
                  <a:srgbClr val="53615C"/>
                </a:solidFill>
                <a:latin typeface="Arial"/>
                <a:ea typeface="Arial"/>
                <a:cs typeface="Arial"/>
              </a:defRPr>
            </a:lvl6pPr>
            <a:lvl7pPr>
              <a:defRPr sz="1200" b="0">
                <a:solidFill>
                  <a:srgbClr val="53615C"/>
                </a:solidFill>
                <a:latin typeface="Arial"/>
                <a:ea typeface="Arial"/>
                <a:cs typeface="Arial"/>
              </a:defRPr>
            </a:lvl7pPr>
            <a:lvl8pPr>
              <a:defRPr sz="1200" b="0">
                <a:solidFill>
                  <a:srgbClr val="53615C"/>
                </a:solidFill>
                <a:latin typeface="Arial"/>
                <a:ea typeface="Arial"/>
                <a:cs typeface="Arial"/>
              </a:defRPr>
            </a:lvl8pPr>
            <a:lvl9pPr>
              <a:defRPr sz="1200" b="0">
                <a:solidFill>
                  <a:srgbClr val="53615C"/>
                </a:solidFill>
                <a:latin typeface="Arial"/>
                <a:ea typeface="Arial"/>
                <a:cs typeface="Arial"/>
              </a:defRPr>
            </a:lvl9pPr>
          </a:lstStyle>
          <a:p xmlns:a="http://schemas.openxmlformats.org/drawingml/2006/main">
            <a:pPr>
              <a:defRPr sz="1200" b="0">
                <a:solidFill>
                  <a:srgbClr val="53615C"/>
                </a:solidFill>
                <a:latin typeface="Arial"/>
                <a:ea typeface="Arial"/>
                <a:cs typeface="Arial"/>
              </a:defRPr>
            </a:pPr>
            <a:r>
              <a:rPr sz="1200" b="0">
                <a:solidFill>
                  <a:srgbClr val="53615C"/>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4A96C10E-96F0-4F2A-974F-E43B6634F6F6}"/>
              </a:ext>
            </a:extLst>
          </p:cNvPr>
          <p:cNvGraphicFramePr/>
          <p:nvPr/>
        </p:nvGraphicFramePr>
        <p:xfrm>
          <a:off xmlns:a="http://schemas.openxmlformats.org/drawingml/2006/main" x="609600" y="1762125"/>
          <a:ext xmlns:a="http://schemas.openxmlformats.org/drawingml/2006/main" cx="7048500" cy="2857500"/>
        </p:xfrm>
        <a:graphic xmlns:a="http://schemas.openxmlformats.org/drawingml/2006/main">
          <a:graphicData uri="http://schemas.openxmlformats.org/drawingml/2006/table">
            <a:tbl>
              <a:tblPr/>
              <a:tblGrid>
                <a:gridCol w="2857500"/>
                <a:gridCol w="4191000"/>
              </a:tblGrid>
              <a:tr h="714375">
                <a:tc>
                  <a:txBody>
                    <a:bodyPr lIns="133350" tIns="133350" rIns="133350" bIns="133350"/>
                    <a:lstStyle/>
                    <a:p>
                      <a:r>
                        <a:rPr sz="1725" b="1">
                          <a:solidFill>
                            <a:srgbClr val="FFFFFF"/>
                          </a:solidFill>
                          <a:latin typeface="Arial"/>
                          <a:ea typeface="Arial"/>
                          <a:cs typeface="Arial"/>
                        </a:rPr>
                        <a:t>Operation</a:t>
                      </a:r>
                    </a:p>
                  </a:txBody>
                  <a:tcPr marL="91440" marR="91440" marT="45720" marB="45720" anchor="ctr">
                    <a:lnL w="9525">
                      <a:solidFill>
                        <a:srgbClr val="D6E0DA"/>
                      </a:solidFill>
                      <a:prstDash val="solid"/>
                    </a:lnL>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c>
                  <a:txBody>
                    <a:bodyPr lIns="133350" tIns="133350" rIns="133350" bIns="133350"/>
                    <a:lstStyle/>
                    <a:p>
                      <a:r>
                        <a:rPr sz="1725" b="1">
                          <a:solidFill>
                            <a:srgbClr val="FFFFFF"/>
                          </a:solidFill>
                          <a:latin typeface="Arial"/>
                          <a:ea typeface="Arial"/>
                          <a:cs typeface="Arial"/>
                        </a:rPr>
                        <a:t>Array contents</a:t>
                      </a:r>
                    </a:p>
                  </a:txBody>
                  <a:tcPr marL="91440" marR="91440" marT="45720" marB="45720" anchor="ctr">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r>
              <a:tr h="714375">
                <a:tc>
                  <a:txBody>
                    <a:bodyPr lIns="133350" tIns="133350" rIns="133350" bIns="133350"/>
                    <a:lstStyle/>
                    <a:p>
                      <a:r>
                        <a:rPr sz="1725" b="0">
                          <a:solidFill>
                            <a:srgbClr val="172E29"/>
                          </a:solidFill>
                          <a:latin typeface="Arial"/>
                          <a:ea typeface="Arial"/>
                          <a:cs typeface="Arial"/>
                        </a:rPr>
                        <a:t>Initial</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10, 20, 30</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r h="714375">
                <a:tc>
                  <a:txBody>
                    <a:bodyPr lIns="133350" tIns="133350" rIns="133350" bIns="133350"/>
                    <a:lstStyle/>
                    <a:p>
                      <a:r>
                        <a:rPr sz="1725" b="0">
                          <a:solidFill>
                            <a:srgbClr val="172E29"/>
                          </a:solidFill>
                          <a:latin typeface="Arial"/>
                          <a:ea typeface="Arial"/>
                          <a:cs typeface="Arial"/>
                        </a:rPr>
                        <a:t>add(1, 15)</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10, 15, 20, 30</a:t>
                      </a:r>
                    </a:p>
                  </a:txBody>
                  <a:tcPr marL="91440" marR="91440" marT="45720" marB="45720" anchor="ctr">
                    <a:lnR w="9525">
                      <a:solidFill>
                        <a:srgbClr val="D6E0DA"/>
                      </a:solidFill>
                      <a:prstDash val="solid"/>
                    </a:lnR>
                    <a:lnB w="9525">
                      <a:solidFill>
                        <a:srgbClr val="D6E0DA"/>
                      </a:solidFill>
                      <a:prstDash val="solid"/>
                    </a:lnB>
                    <a:solidFill>
                      <a:srgbClr val="FFFFFF"/>
                    </a:solidFill>
                  </a:tcPr>
                </a:tc>
              </a:tr>
              <a:tr h="714375">
                <a:tc>
                  <a:txBody>
                    <a:bodyPr lIns="133350" tIns="133350" rIns="133350" bIns="133350"/>
                    <a:lstStyle/>
                    <a:p>
                      <a:r>
                        <a:rPr sz="1725" b="0">
                          <a:solidFill>
                            <a:srgbClr val="172E29"/>
                          </a:solidFill>
                          <a:latin typeface="Arial"/>
                          <a:ea typeface="Arial"/>
                          <a:cs typeface="Arial"/>
                        </a:rPr>
                        <a:t>delete(2)</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10, 15, 30</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bl>
          </a:graphicData>
        </a:graphic>
      </p:graphicFrame>
      <p:sp>
        <p:nvSpPr>
          <p:cNvPr id="4" name="">
            <a:extLst xmlns:a="http://schemas.openxmlformats.org/drawingml/2006/main">
              <a:ext uri="{FF2B5EF4-FFF2-40B4-BE49-F238E27FC236}">
                <a16:creationId xmlns:a16="http://schemas.microsoft.com/office/drawing/2014/main" id="{C13484E6-FDB7-4E3C-BB53-793BC0CF7479}"/>
              </a:ext>
            </a:extLst>
          </p:cNvPr>
          <p:cNvSpPr>
            <a:spLocks xmlns:a="http://schemas.openxmlformats.org/drawingml/2006/main" noGrp="1"/>
          </p:cNvSpPr>
          <p:nvPr/>
        </p:nvSpPr>
        <p:spPr>
          <a:xfrm xmlns:a="http://schemas.openxmlformats.org/drawingml/2006/main">
            <a:off x="8191500" y="1905000"/>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500" b="1">
                <a:solidFill>
                  <a:srgbClr val="B36B26"/>
                </a:solidFill>
                <a:latin typeface="Arial"/>
                <a:ea typeface="Arial"/>
                <a:cs typeface="Arial"/>
              </a:defRPr>
            </a:defPPr>
            <a:lvl1pPr>
              <a:defRPr sz="4500" b="1">
                <a:solidFill>
                  <a:srgbClr val="B36B26"/>
                </a:solidFill>
                <a:latin typeface="Arial"/>
                <a:ea typeface="Arial"/>
                <a:cs typeface="Arial"/>
              </a:defRPr>
            </a:lvl1pPr>
            <a:lvl2pPr>
              <a:defRPr sz="4500" b="1">
                <a:solidFill>
                  <a:srgbClr val="B36B26"/>
                </a:solidFill>
                <a:latin typeface="Arial"/>
                <a:ea typeface="Arial"/>
                <a:cs typeface="Arial"/>
              </a:defRPr>
            </a:lvl2pPr>
            <a:lvl3pPr>
              <a:defRPr sz="4500" b="1">
                <a:solidFill>
                  <a:srgbClr val="B36B26"/>
                </a:solidFill>
                <a:latin typeface="Arial"/>
                <a:ea typeface="Arial"/>
                <a:cs typeface="Arial"/>
              </a:defRPr>
            </a:lvl3pPr>
            <a:lvl4pPr>
              <a:defRPr sz="4500" b="1">
                <a:solidFill>
                  <a:srgbClr val="B36B26"/>
                </a:solidFill>
                <a:latin typeface="Arial"/>
                <a:ea typeface="Arial"/>
                <a:cs typeface="Arial"/>
              </a:defRPr>
            </a:lvl4pPr>
            <a:lvl5pPr>
              <a:defRPr sz="4500" b="1">
                <a:solidFill>
                  <a:srgbClr val="B36B26"/>
                </a:solidFill>
                <a:latin typeface="Arial"/>
                <a:ea typeface="Arial"/>
                <a:cs typeface="Arial"/>
              </a:defRPr>
            </a:lvl5pPr>
            <a:lvl6pPr>
              <a:defRPr sz="4500" b="1">
                <a:solidFill>
                  <a:srgbClr val="B36B26"/>
                </a:solidFill>
                <a:latin typeface="Arial"/>
                <a:ea typeface="Arial"/>
                <a:cs typeface="Arial"/>
              </a:defRPr>
            </a:lvl6pPr>
            <a:lvl7pPr>
              <a:defRPr sz="4500" b="1">
                <a:solidFill>
                  <a:srgbClr val="B36B26"/>
                </a:solidFill>
                <a:latin typeface="Arial"/>
                <a:ea typeface="Arial"/>
                <a:cs typeface="Arial"/>
              </a:defRPr>
            </a:lvl7pPr>
            <a:lvl8pPr>
              <a:defRPr sz="4500" b="1">
                <a:solidFill>
                  <a:srgbClr val="B36B26"/>
                </a:solidFill>
                <a:latin typeface="Arial"/>
                <a:ea typeface="Arial"/>
                <a:cs typeface="Arial"/>
              </a:defRPr>
            </a:lvl8pPr>
            <a:lvl9pPr>
              <a:defRPr sz="4500" b="1">
                <a:solidFill>
                  <a:srgbClr val="B36B26"/>
                </a:solidFill>
                <a:latin typeface="Arial"/>
                <a:ea typeface="Arial"/>
                <a:cs typeface="Arial"/>
              </a:defRPr>
            </a:lvl9pPr>
          </a:lstStyle>
          <a:p xmlns:a="http://schemas.openxmlformats.org/drawingml/2006/main">
            <a:pPr>
              <a:defRPr sz="4500" b="1">
                <a:solidFill>
                  <a:srgbClr val="B36B26"/>
                </a:solidFill>
                <a:latin typeface="Arial"/>
                <a:ea typeface="Arial"/>
                <a:cs typeface="Arial"/>
              </a:defRPr>
            </a:pPr>
            <a:r>
              <a:rPr sz="4500" b="1">
                <a:solidFill>
                  <a:srgbClr val="B36B26"/>
                </a:solidFill>
                <a:latin typeface="Arial"/>
                <a:ea typeface="Arial"/>
                <a:cs typeface="Arial"/>
              </a:rPr>
              <a:t>O(1)</a:t>
            </a:r>
          </a:p>
        </p:txBody>
      </p:sp>
      <p:sp>
        <p:nvSpPr>
          <p:cNvPr id="5" name="">
            <a:extLst xmlns:a="http://schemas.openxmlformats.org/drawingml/2006/main">
              <a:ext uri="{FF2B5EF4-FFF2-40B4-BE49-F238E27FC236}">
                <a16:creationId xmlns:a16="http://schemas.microsoft.com/office/drawing/2014/main" id="{FF4329F7-AEB9-47DE-88BD-F7229CADBFF1}"/>
              </a:ext>
            </a:extLst>
          </p:cNvPr>
          <p:cNvSpPr>
            <a:spLocks xmlns:a="http://schemas.openxmlformats.org/drawingml/2006/main" noGrp="1"/>
          </p:cNvSpPr>
          <p:nvPr/>
        </p:nvSpPr>
        <p:spPr>
          <a:xfrm xmlns:a="http://schemas.openxmlformats.org/drawingml/2006/main">
            <a:off x="8191500" y="26765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72E29"/>
                </a:solidFill>
                <a:latin typeface="Arial"/>
                <a:ea typeface="Arial"/>
                <a:cs typeface="Arial"/>
              </a:defRPr>
            </a:defPPr>
            <a:lvl1pPr>
              <a:defRPr sz="1950" b="0">
                <a:solidFill>
                  <a:srgbClr val="172E29"/>
                </a:solidFill>
                <a:latin typeface="Arial"/>
                <a:ea typeface="Arial"/>
                <a:cs typeface="Arial"/>
              </a:defRPr>
            </a:lvl1pPr>
            <a:lvl2pPr>
              <a:defRPr sz="1950" b="0">
                <a:solidFill>
                  <a:srgbClr val="172E29"/>
                </a:solidFill>
                <a:latin typeface="Arial"/>
                <a:ea typeface="Arial"/>
                <a:cs typeface="Arial"/>
              </a:defRPr>
            </a:lvl2pPr>
            <a:lvl3pPr>
              <a:defRPr sz="1950" b="0">
                <a:solidFill>
                  <a:srgbClr val="172E29"/>
                </a:solidFill>
                <a:latin typeface="Arial"/>
                <a:ea typeface="Arial"/>
                <a:cs typeface="Arial"/>
              </a:defRPr>
            </a:lvl3pPr>
            <a:lvl4pPr>
              <a:defRPr sz="1950" b="0">
                <a:solidFill>
                  <a:srgbClr val="172E29"/>
                </a:solidFill>
                <a:latin typeface="Arial"/>
                <a:ea typeface="Arial"/>
                <a:cs typeface="Arial"/>
              </a:defRPr>
            </a:lvl4pPr>
            <a:lvl5pPr>
              <a:defRPr sz="1950" b="0">
                <a:solidFill>
                  <a:srgbClr val="172E29"/>
                </a:solidFill>
                <a:latin typeface="Arial"/>
                <a:ea typeface="Arial"/>
                <a:cs typeface="Arial"/>
              </a:defRPr>
            </a:lvl5pPr>
            <a:lvl6pPr>
              <a:defRPr sz="1950" b="0">
                <a:solidFill>
                  <a:srgbClr val="172E29"/>
                </a:solidFill>
                <a:latin typeface="Arial"/>
                <a:ea typeface="Arial"/>
                <a:cs typeface="Arial"/>
              </a:defRPr>
            </a:lvl6pPr>
            <a:lvl7pPr>
              <a:defRPr sz="1950" b="0">
                <a:solidFill>
                  <a:srgbClr val="172E29"/>
                </a:solidFill>
                <a:latin typeface="Arial"/>
                <a:ea typeface="Arial"/>
                <a:cs typeface="Arial"/>
              </a:defRPr>
            </a:lvl7pPr>
            <a:lvl8pPr>
              <a:defRPr sz="1950" b="0">
                <a:solidFill>
                  <a:srgbClr val="172E29"/>
                </a:solidFill>
                <a:latin typeface="Arial"/>
                <a:ea typeface="Arial"/>
                <a:cs typeface="Arial"/>
              </a:defRPr>
            </a:lvl8pPr>
            <a:lvl9pPr>
              <a:defRPr sz="1950" b="0">
                <a:solidFill>
                  <a:srgbClr val="172E29"/>
                </a:solidFill>
                <a:latin typeface="Arial"/>
                <a:ea typeface="Arial"/>
                <a:cs typeface="Arial"/>
              </a:defRPr>
            </a:lvl9pPr>
          </a:lstStyle>
          <a:p xmlns:a="http://schemas.openxmlformats.org/drawingml/2006/main">
            <a:pPr>
              <a:defRPr sz="1950" b="0">
                <a:solidFill>
                  <a:srgbClr val="172E29"/>
                </a:solidFill>
                <a:latin typeface="Arial"/>
                <a:ea typeface="Arial"/>
                <a:cs typeface="Arial"/>
              </a:defRPr>
            </a:pPr>
            <a:r>
              <a:rPr sz="1950" b="0">
                <a:solidFill>
                  <a:srgbClr val="172E29"/>
                </a:solidFill>
                <a:latin typeface="Arial"/>
                <a:ea typeface="Arial"/>
                <a:cs typeface="Arial"/>
              </a:rPr>
              <a:t>Indexed get and set</a:t>
            </a:r>
          </a:p>
        </p:txBody>
      </p:sp>
      <p:sp>
        <p:nvSpPr>
          <p:cNvPr id="6" name="">
            <a:extLst xmlns:a="http://schemas.openxmlformats.org/drawingml/2006/main">
              <a:ext uri="{FF2B5EF4-FFF2-40B4-BE49-F238E27FC236}">
                <a16:creationId xmlns:a16="http://schemas.microsoft.com/office/drawing/2014/main" id="{89F9D852-9BF8-4B89-87F8-3A14C1324A6A}"/>
              </a:ext>
            </a:extLst>
          </p:cNvPr>
          <p:cNvSpPr>
            <a:spLocks xmlns:a="http://schemas.openxmlformats.org/drawingml/2006/main" noGrp="1"/>
          </p:cNvSpPr>
          <p:nvPr/>
        </p:nvSpPr>
        <p:spPr>
          <a:xfrm xmlns:a="http://schemas.openxmlformats.org/drawingml/2006/main">
            <a:off x="8191500" y="36671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500" b="1">
                <a:solidFill>
                  <a:srgbClr val="B36B26"/>
                </a:solidFill>
                <a:latin typeface="Arial"/>
                <a:ea typeface="Arial"/>
                <a:cs typeface="Arial"/>
              </a:defRPr>
            </a:defPPr>
            <a:lvl1pPr>
              <a:defRPr sz="4500" b="1">
                <a:solidFill>
                  <a:srgbClr val="B36B26"/>
                </a:solidFill>
                <a:latin typeface="Arial"/>
                <a:ea typeface="Arial"/>
                <a:cs typeface="Arial"/>
              </a:defRPr>
            </a:lvl1pPr>
            <a:lvl2pPr>
              <a:defRPr sz="4500" b="1">
                <a:solidFill>
                  <a:srgbClr val="B36B26"/>
                </a:solidFill>
                <a:latin typeface="Arial"/>
                <a:ea typeface="Arial"/>
                <a:cs typeface="Arial"/>
              </a:defRPr>
            </a:lvl2pPr>
            <a:lvl3pPr>
              <a:defRPr sz="4500" b="1">
                <a:solidFill>
                  <a:srgbClr val="B36B26"/>
                </a:solidFill>
                <a:latin typeface="Arial"/>
                <a:ea typeface="Arial"/>
                <a:cs typeface="Arial"/>
              </a:defRPr>
            </a:lvl3pPr>
            <a:lvl4pPr>
              <a:defRPr sz="4500" b="1">
                <a:solidFill>
                  <a:srgbClr val="B36B26"/>
                </a:solidFill>
                <a:latin typeface="Arial"/>
                <a:ea typeface="Arial"/>
                <a:cs typeface="Arial"/>
              </a:defRPr>
            </a:lvl4pPr>
            <a:lvl5pPr>
              <a:defRPr sz="4500" b="1">
                <a:solidFill>
                  <a:srgbClr val="B36B26"/>
                </a:solidFill>
                <a:latin typeface="Arial"/>
                <a:ea typeface="Arial"/>
                <a:cs typeface="Arial"/>
              </a:defRPr>
            </a:lvl5pPr>
            <a:lvl6pPr>
              <a:defRPr sz="4500" b="1">
                <a:solidFill>
                  <a:srgbClr val="B36B26"/>
                </a:solidFill>
                <a:latin typeface="Arial"/>
                <a:ea typeface="Arial"/>
                <a:cs typeface="Arial"/>
              </a:defRPr>
            </a:lvl6pPr>
            <a:lvl7pPr>
              <a:defRPr sz="4500" b="1">
                <a:solidFill>
                  <a:srgbClr val="B36B26"/>
                </a:solidFill>
                <a:latin typeface="Arial"/>
                <a:ea typeface="Arial"/>
                <a:cs typeface="Arial"/>
              </a:defRPr>
            </a:lvl7pPr>
            <a:lvl8pPr>
              <a:defRPr sz="4500" b="1">
                <a:solidFill>
                  <a:srgbClr val="B36B26"/>
                </a:solidFill>
                <a:latin typeface="Arial"/>
                <a:ea typeface="Arial"/>
                <a:cs typeface="Arial"/>
              </a:defRPr>
            </a:lvl8pPr>
            <a:lvl9pPr>
              <a:defRPr sz="4500" b="1">
                <a:solidFill>
                  <a:srgbClr val="B36B26"/>
                </a:solidFill>
                <a:latin typeface="Arial"/>
                <a:ea typeface="Arial"/>
                <a:cs typeface="Arial"/>
              </a:defRPr>
            </a:lvl9pPr>
          </a:lstStyle>
          <a:p xmlns:a="http://schemas.openxmlformats.org/drawingml/2006/main">
            <a:pPr>
              <a:defRPr sz="4500" b="1">
                <a:solidFill>
                  <a:srgbClr val="B36B26"/>
                </a:solidFill>
                <a:latin typeface="Arial"/>
                <a:ea typeface="Arial"/>
                <a:cs typeface="Arial"/>
              </a:defRPr>
            </a:pPr>
            <a:r>
              <a:rPr sz="4500" b="1">
                <a:solidFill>
                  <a:srgbClr val="B36B26"/>
                </a:solidFill>
                <a:latin typeface="Arial"/>
                <a:ea typeface="Arial"/>
                <a:cs typeface="Arial"/>
              </a:rPr>
              <a:t>O(n)</a:t>
            </a:r>
          </a:p>
        </p:txBody>
      </p:sp>
      <p:sp>
        <p:nvSpPr>
          <p:cNvPr id="7" name="">
            <a:extLst xmlns:a="http://schemas.openxmlformats.org/drawingml/2006/main">
              <a:ext uri="{FF2B5EF4-FFF2-40B4-BE49-F238E27FC236}">
                <a16:creationId xmlns:a16="http://schemas.microsoft.com/office/drawing/2014/main" id="{384656CE-4D81-446A-AB99-0C9C0C01AA5E}"/>
              </a:ext>
            </a:extLst>
          </p:cNvPr>
          <p:cNvSpPr>
            <a:spLocks xmlns:a="http://schemas.openxmlformats.org/drawingml/2006/main" noGrp="1"/>
          </p:cNvSpPr>
          <p:nvPr/>
        </p:nvSpPr>
        <p:spPr>
          <a:xfrm xmlns:a="http://schemas.openxmlformats.org/drawingml/2006/main">
            <a:off x="8191500" y="443865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72E29"/>
                </a:solidFill>
                <a:latin typeface="Arial"/>
                <a:ea typeface="Arial"/>
                <a:cs typeface="Arial"/>
              </a:defRPr>
            </a:defPPr>
            <a:lvl1pPr>
              <a:defRPr sz="1950" b="0">
                <a:solidFill>
                  <a:srgbClr val="172E29"/>
                </a:solidFill>
                <a:latin typeface="Arial"/>
                <a:ea typeface="Arial"/>
                <a:cs typeface="Arial"/>
              </a:defRPr>
            </a:lvl1pPr>
            <a:lvl2pPr>
              <a:defRPr sz="1950" b="0">
                <a:solidFill>
                  <a:srgbClr val="172E29"/>
                </a:solidFill>
                <a:latin typeface="Arial"/>
                <a:ea typeface="Arial"/>
                <a:cs typeface="Arial"/>
              </a:defRPr>
            </a:lvl2pPr>
            <a:lvl3pPr>
              <a:defRPr sz="1950" b="0">
                <a:solidFill>
                  <a:srgbClr val="172E29"/>
                </a:solidFill>
                <a:latin typeface="Arial"/>
                <a:ea typeface="Arial"/>
                <a:cs typeface="Arial"/>
              </a:defRPr>
            </a:lvl3pPr>
            <a:lvl4pPr>
              <a:defRPr sz="1950" b="0">
                <a:solidFill>
                  <a:srgbClr val="172E29"/>
                </a:solidFill>
                <a:latin typeface="Arial"/>
                <a:ea typeface="Arial"/>
                <a:cs typeface="Arial"/>
              </a:defRPr>
            </a:lvl4pPr>
            <a:lvl5pPr>
              <a:defRPr sz="1950" b="0">
                <a:solidFill>
                  <a:srgbClr val="172E29"/>
                </a:solidFill>
                <a:latin typeface="Arial"/>
                <a:ea typeface="Arial"/>
                <a:cs typeface="Arial"/>
              </a:defRPr>
            </a:lvl5pPr>
            <a:lvl6pPr>
              <a:defRPr sz="1950" b="0">
                <a:solidFill>
                  <a:srgbClr val="172E29"/>
                </a:solidFill>
                <a:latin typeface="Arial"/>
                <a:ea typeface="Arial"/>
                <a:cs typeface="Arial"/>
              </a:defRPr>
            </a:lvl6pPr>
            <a:lvl7pPr>
              <a:defRPr sz="1950" b="0">
                <a:solidFill>
                  <a:srgbClr val="172E29"/>
                </a:solidFill>
                <a:latin typeface="Arial"/>
                <a:ea typeface="Arial"/>
                <a:cs typeface="Arial"/>
              </a:defRPr>
            </a:lvl7pPr>
            <a:lvl8pPr>
              <a:defRPr sz="1950" b="0">
                <a:solidFill>
                  <a:srgbClr val="172E29"/>
                </a:solidFill>
                <a:latin typeface="Arial"/>
                <a:ea typeface="Arial"/>
                <a:cs typeface="Arial"/>
              </a:defRPr>
            </a:lvl8pPr>
            <a:lvl9pPr>
              <a:defRPr sz="1950" b="0">
                <a:solidFill>
                  <a:srgbClr val="172E29"/>
                </a:solidFill>
                <a:latin typeface="Arial"/>
                <a:ea typeface="Arial"/>
                <a:cs typeface="Arial"/>
              </a:defRPr>
            </a:lvl9pPr>
          </a:lstStyle>
          <a:p xmlns:a="http://schemas.openxmlformats.org/drawingml/2006/main">
            <a:pPr>
              <a:defRPr sz="1950" b="0">
                <a:solidFill>
                  <a:srgbClr val="172E29"/>
                </a:solidFill>
                <a:latin typeface="Arial"/>
                <a:ea typeface="Arial"/>
                <a:cs typeface="Arial"/>
              </a:defRPr>
            </a:pPr>
            <a:r>
              <a:rPr sz="1950" b="0">
                <a:solidFill>
                  <a:srgbClr val="172E29"/>
                </a:solidFill>
                <a:latin typeface="Arial"/>
                <a:ea typeface="Arial"/>
                <a:cs typeface="Arial"/>
              </a:rPr>
              <a:t>Insert or delete inside</a:t>
            </a:r>
          </a:p>
        </p:txBody>
      </p:sp>
      <p:sp>
        <p:nvSpPr>
          <p:cNvPr id="8" name="">
            <a:extLst xmlns:a="http://schemas.openxmlformats.org/drawingml/2006/main">
              <a:ext uri="{FF2B5EF4-FFF2-40B4-BE49-F238E27FC236}">
                <a16:creationId xmlns:a16="http://schemas.microsoft.com/office/drawing/2014/main" id="{F730D6D4-415C-4648-A466-E09DA44991CF}"/>
              </a:ext>
            </a:extLst>
          </p:cNvPr>
          <p:cNvSpPr>
            <a:spLocks xmlns:a="http://schemas.openxmlformats.org/drawingml/2006/main" noGrp="1"/>
          </p:cNvSpPr>
          <p:nvPr/>
        </p:nvSpPr>
        <p:spPr>
          <a:xfrm xmlns:a="http://schemas.openxmlformats.org/drawingml/2006/main">
            <a:off x="609600" y="56197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3615C"/>
                </a:solidFill>
                <a:latin typeface="Arial"/>
                <a:ea typeface="Arial"/>
                <a:cs typeface="Arial"/>
              </a:defRPr>
            </a:defPPr>
            <a:lvl1pPr>
              <a:defRPr sz="1800" b="0">
                <a:solidFill>
                  <a:srgbClr val="53615C"/>
                </a:solidFill>
                <a:latin typeface="Arial"/>
                <a:ea typeface="Arial"/>
                <a:cs typeface="Arial"/>
              </a:defRPr>
            </a:lvl1pPr>
            <a:lvl2pPr>
              <a:defRPr sz="1800" b="0">
                <a:solidFill>
                  <a:srgbClr val="53615C"/>
                </a:solidFill>
                <a:latin typeface="Arial"/>
                <a:ea typeface="Arial"/>
                <a:cs typeface="Arial"/>
              </a:defRPr>
            </a:lvl2pPr>
            <a:lvl3pPr>
              <a:defRPr sz="1800" b="0">
                <a:solidFill>
                  <a:srgbClr val="53615C"/>
                </a:solidFill>
                <a:latin typeface="Arial"/>
                <a:ea typeface="Arial"/>
                <a:cs typeface="Arial"/>
              </a:defRPr>
            </a:lvl3pPr>
            <a:lvl4pPr>
              <a:defRPr sz="1800" b="0">
                <a:solidFill>
                  <a:srgbClr val="53615C"/>
                </a:solidFill>
                <a:latin typeface="Arial"/>
                <a:ea typeface="Arial"/>
                <a:cs typeface="Arial"/>
              </a:defRPr>
            </a:lvl4pPr>
            <a:lvl5pPr>
              <a:defRPr sz="1800" b="0">
                <a:solidFill>
                  <a:srgbClr val="53615C"/>
                </a:solidFill>
                <a:latin typeface="Arial"/>
                <a:ea typeface="Arial"/>
                <a:cs typeface="Arial"/>
              </a:defRPr>
            </a:lvl5pPr>
            <a:lvl6pPr>
              <a:defRPr sz="1800" b="0">
                <a:solidFill>
                  <a:srgbClr val="53615C"/>
                </a:solidFill>
                <a:latin typeface="Arial"/>
                <a:ea typeface="Arial"/>
                <a:cs typeface="Arial"/>
              </a:defRPr>
            </a:lvl6pPr>
            <a:lvl7pPr>
              <a:defRPr sz="1800" b="0">
                <a:solidFill>
                  <a:srgbClr val="53615C"/>
                </a:solidFill>
                <a:latin typeface="Arial"/>
                <a:ea typeface="Arial"/>
                <a:cs typeface="Arial"/>
              </a:defRPr>
            </a:lvl7pPr>
            <a:lvl8pPr>
              <a:defRPr sz="1800" b="0">
                <a:solidFill>
                  <a:srgbClr val="53615C"/>
                </a:solidFill>
                <a:latin typeface="Arial"/>
                <a:ea typeface="Arial"/>
                <a:cs typeface="Arial"/>
              </a:defRPr>
            </a:lvl8pPr>
            <a:lvl9pPr>
              <a:defRPr sz="1800" b="0">
                <a:solidFill>
                  <a:srgbClr val="53615C"/>
                </a:solidFill>
                <a:latin typeface="Arial"/>
                <a:ea typeface="Arial"/>
                <a:cs typeface="Arial"/>
              </a:defRPr>
            </a:lvl9pPr>
          </a:lstStyle>
          <a:p xmlns:a="http://schemas.openxmlformats.org/drawingml/2006/main">
            <a:pPr>
              <a:defRPr sz="1800" b="0">
                <a:solidFill>
                  <a:srgbClr val="53615C"/>
                </a:solidFill>
                <a:latin typeface="Arial"/>
                <a:ea typeface="Arial"/>
                <a:cs typeface="Arial"/>
              </a:defRPr>
            </a:pPr>
            <a:r>
              <a:rPr sz="1800" b="0">
                <a:solidFill>
                  <a:srgbClr val="53615C"/>
                </a:solidFill>
                <a:latin typeface="Arial"/>
                <a:ea typeface="Arial"/>
                <a:cs typeface="Arial"/>
              </a:rPr>
              <a:t>Append and removal at the end take amortized O(1)</a:t>
            </a:r>
          </a:p>
        </p:txBody>
      </p:sp>
    </p:spTree>
    <p:extLst>
      <p:ext uri="{BB962C8B-B14F-4D97-AF65-F5344CB8AC3E}">
        <p14:creationId xmlns:p14="http://schemas.microsoft.com/office/powerpoint/2010/main" val="89666100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B75E18D-7A72-4EFA-B135-017CB035C396}"/>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72E29"/>
                </a:solidFill>
                <a:latin typeface="Arial"/>
                <a:ea typeface="Arial"/>
                <a:cs typeface="Arial"/>
              </a:defRPr>
            </a:defPPr>
            <a:lvl1pPr>
              <a:defRPr sz="3300" b="1">
                <a:solidFill>
                  <a:srgbClr val="172E29"/>
                </a:solidFill>
                <a:latin typeface="Arial"/>
                <a:ea typeface="Arial"/>
                <a:cs typeface="Arial"/>
              </a:defRPr>
            </a:lvl1pPr>
            <a:lvl2pPr>
              <a:defRPr sz="3300" b="1">
                <a:solidFill>
                  <a:srgbClr val="172E29"/>
                </a:solidFill>
                <a:latin typeface="Arial"/>
                <a:ea typeface="Arial"/>
                <a:cs typeface="Arial"/>
              </a:defRPr>
            </a:lvl2pPr>
            <a:lvl3pPr>
              <a:defRPr sz="3300" b="1">
                <a:solidFill>
                  <a:srgbClr val="172E29"/>
                </a:solidFill>
                <a:latin typeface="Arial"/>
                <a:ea typeface="Arial"/>
                <a:cs typeface="Arial"/>
              </a:defRPr>
            </a:lvl3pPr>
            <a:lvl4pPr>
              <a:defRPr sz="3300" b="1">
                <a:solidFill>
                  <a:srgbClr val="172E29"/>
                </a:solidFill>
                <a:latin typeface="Arial"/>
                <a:ea typeface="Arial"/>
                <a:cs typeface="Arial"/>
              </a:defRPr>
            </a:lvl4pPr>
            <a:lvl5pPr>
              <a:defRPr sz="3300" b="1">
                <a:solidFill>
                  <a:srgbClr val="172E29"/>
                </a:solidFill>
                <a:latin typeface="Arial"/>
                <a:ea typeface="Arial"/>
                <a:cs typeface="Arial"/>
              </a:defRPr>
            </a:lvl5pPr>
            <a:lvl6pPr>
              <a:defRPr sz="3300" b="1">
                <a:solidFill>
                  <a:srgbClr val="172E29"/>
                </a:solidFill>
                <a:latin typeface="Arial"/>
                <a:ea typeface="Arial"/>
                <a:cs typeface="Arial"/>
              </a:defRPr>
            </a:lvl6pPr>
            <a:lvl7pPr>
              <a:defRPr sz="3300" b="1">
                <a:solidFill>
                  <a:srgbClr val="172E29"/>
                </a:solidFill>
                <a:latin typeface="Arial"/>
                <a:ea typeface="Arial"/>
                <a:cs typeface="Arial"/>
              </a:defRPr>
            </a:lvl7pPr>
            <a:lvl8pPr>
              <a:defRPr sz="3300" b="1">
                <a:solidFill>
                  <a:srgbClr val="172E29"/>
                </a:solidFill>
                <a:latin typeface="Arial"/>
                <a:ea typeface="Arial"/>
                <a:cs typeface="Arial"/>
              </a:defRPr>
            </a:lvl8pPr>
            <a:lvl9pPr>
              <a:defRPr sz="3300" b="1">
                <a:solidFill>
                  <a:srgbClr val="172E29"/>
                </a:solidFill>
                <a:latin typeface="Arial"/>
                <a:ea typeface="Arial"/>
                <a:cs typeface="Arial"/>
              </a:defRPr>
            </a:lvl9pPr>
          </a:lstStyle>
          <a:p xmlns:a="http://schemas.openxmlformats.org/drawingml/2006/main">
            <a:pPr>
              <a:defRPr sz="3300" b="1">
                <a:solidFill>
                  <a:srgbClr val="172E29"/>
                </a:solidFill>
                <a:latin typeface="Arial"/>
                <a:ea typeface="Arial"/>
                <a:cs typeface="Arial"/>
              </a:defRPr>
            </a:pPr>
            <a:r>
              <a:rPr sz="3300" b="1">
                <a:solidFill>
                  <a:srgbClr val="172E29"/>
                </a:solidFill>
                <a:latin typeface="Arial"/>
                <a:ea typeface="Arial"/>
                <a:cs typeface="Arial"/>
              </a:rPr>
              <a:t>Hash collisions and rehashing</a:t>
            </a:r>
          </a:p>
        </p:txBody>
      </p:sp>
      <p:sp>
        <p:nvSpPr>
          <p:cNvPr id="2" name="">
            <a:extLst xmlns:a="http://schemas.openxmlformats.org/drawingml/2006/main">
              <a:ext uri="{FF2B5EF4-FFF2-40B4-BE49-F238E27FC236}">
                <a16:creationId xmlns:a16="http://schemas.microsoft.com/office/drawing/2014/main" id="{90BC978F-A2F3-43F6-AD98-E2219D722D84}"/>
              </a:ext>
            </a:extLst>
          </p:cNvPr>
          <p:cNvSpPr>
            <a:spLocks xmlns:a="http://schemas.openxmlformats.org/drawingml/2006/main" noGrp="1"/>
          </p:cNvSpPr>
          <p:nvPr/>
        </p:nvSpPr>
        <p:spPr>
          <a:xfrm xmlns:a="http://schemas.openxmlformats.org/drawingml/2006/main">
            <a:off x="10991850" y="630555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3615C"/>
                </a:solidFill>
                <a:latin typeface="Arial"/>
                <a:ea typeface="Arial"/>
                <a:cs typeface="Arial"/>
              </a:defRPr>
            </a:defPPr>
            <a:lvl1pPr>
              <a:defRPr sz="1200" b="0">
                <a:solidFill>
                  <a:srgbClr val="53615C"/>
                </a:solidFill>
                <a:latin typeface="Arial"/>
                <a:ea typeface="Arial"/>
                <a:cs typeface="Arial"/>
              </a:defRPr>
            </a:lvl1pPr>
            <a:lvl2pPr>
              <a:defRPr sz="1200" b="0">
                <a:solidFill>
                  <a:srgbClr val="53615C"/>
                </a:solidFill>
                <a:latin typeface="Arial"/>
                <a:ea typeface="Arial"/>
                <a:cs typeface="Arial"/>
              </a:defRPr>
            </a:lvl2pPr>
            <a:lvl3pPr>
              <a:defRPr sz="1200" b="0">
                <a:solidFill>
                  <a:srgbClr val="53615C"/>
                </a:solidFill>
                <a:latin typeface="Arial"/>
                <a:ea typeface="Arial"/>
                <a:cs typeface="Arial"/>
              </a:defRPr>
            </a:lvl3pPr>
            <a:lvl4pPr>
              <a:defRPr sz="1200" b="0">
                <a:solidFill>
                  <a:srgbClr val="53615C"/>
                </a:solidFill>
                <a:latin typeface="Arial"/>
                <a:ea typeface="Arial"/>
                <a:cs typeface="Arial"/>
              </a:defRPr>
            </a:lvl4pPr>
            <a:lvl5pPr>
              <a:defRPr sz="1200" b="0">
                <a:solidFill>
                  <a:srgbClr val="53615C"/>
                </a:solidFill>
                <a:latin typeface="Arial"/>
                <a:ea typeface="Arial"/>
                <a:cs typeface="Arial"/>
              </a:defRPr>
            </a:lvl5pPr>
            <a:lvl6pPr>
              <a:defRPr sz="1200" b="0">
                <a:solidFill>
                  <a:srgbClr val="53615C"/>
                </a:solidFill>
                <a:latin typeface="Arial"/>
                <a:ea typeface="Arial"/>
                <a:cs typeface="Arial"/>
              </a:defRPr>
            </a:lvl6pPr>
            <a:lvl7pPr>
              <a:defRPr sz="1200" b="0">
                <a:solidFill>
                  <a:srgbClr val="53615C"/>
                </a:solidFill>
                <a:latin typeface="Arial"/>
                <a:ea typeface="Arial"/>
                <a:cs typeface="Arial"/>
              </a:defRPr>
            </a:lvl7pPr>
            <a:lvl8pPr>
              <a:defRPr sz="1200" b="0">
                <a:solidFill>
                  <a:srgbClr val="53615C"/>
                </a:solidFill>
                <a:latin typeface="Arial"/>
                <a:ea typeface="Arial"/>
                <a:cs typeface="Arial"/>
              </a:defRPr>
            </a:lvl8pPr>
            <a:lvl9pPr>
              <a:defRPr sz="1200" b="0">
                <a:solidFill>
                  <a:srgbClr val="53615C"/>
                </a:solidFill>
                <a:latin typeface="Arial"/>
                <a:ea typeface="Arial"/>
                <a:cs typeface="Arial"/>
              </a:defRPr>
            </a:lvl9pPr>
          </a:lstStyle>
          <a:p xmlns:a="http://schemas.openxmlformats.org/drawingml/2006/main">
            <a:pPr>
              <a:defRPr sz="1200" b="0">
                <a:solidFill>
                  <a:srgbClr val="53615C"/>
                </a:solidFill>
                <a:latin typeface="Arial"/>
                <a:ea typeface="Arial"/>
                <a:cs typeface="Arial"/>
              </a:defRPr>
            </a:pPr>
            <a:r>
              <a:rPr sz="1200" b="0">
                <a:solidFill>
                  <a:srgbClr val="53615C"/>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39BB4487-7810-4FFA-B85C-AD4860E05C70}"/>
              </a:ext>
            </a:extLst>
          </p:cNvPr>
          <p:cNvSpPr>
            <a:spLocks xmlns:a="http://schemas.openxmlformats.org/drawingml/2006/main" noGrp="1"/>
          </p:cNvSpPr>
          <p:nvPr/>
        </p:nvSpPr>
        <p:spPr>
          <a:xfrm xmlns:a="http://schemas.openxmlformats.org/drawingml/2006/main">
            <a:off x="609600" y="14573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72E29"/>
                </a:solidFill>
                <a:latin typeface="Arial"/>
                <a:ea typeface="Arial"/>
                <a:cs typeface="Arial"/>
              </a:defRPr>
            </a:defPPr>
            <a:lvl1pPr>
              <a:defRPr sz="2100" b="0">
                <a:solidFill>
                  <a:srgbClr val="172E29"/>
                </a:solidFill>
                <a:latin typeface="Arial"/>
                <a:ea typeface="Arial"/>
                <a:cs typeface="Arial"/>
              </a:defRPr>
            </a:lvl1pPr>
            <a:lvl2pPr>
              <a:defRPr sz="2100" b="0">
                <a:solidFill>
                  <a:srgbClr val="172E29"/>
                </a:solidFill>
                <a:latin typeface="Arial"/>
                <a:ea typeface="Arial"/>
                <a:cs typeface="Arial"/>
              </a:defRPr>
            </a:lvl2pPr>
            <a:lvl3pPr>
              <a:defRPr sz="2100" b="0">
                <a:solidFill>
                  <a:srgbClr val="172E29"/>
                </a:solidFill>
                <a:latin typeface="Arial"/>
                <a:ea typeface="Arial"/>
                <a:cs typeface="Arial"/>
              </a:defRPr>
            </a:lvl3pPr>
            <a:lvl4pPr>
              <a:defRPr sz="2100" b="0">
                <a:solidFill>
                  <a:srgbClr val="172E29"/>
                </a:solidFill>
                <a:latin typeface="Arial"/>
                <a:ea typeface="Arial"/>
                <a:cs typeface="Arial"/>
              </a:defRPr>
            </a:lvl4pPr>
            <a:lvl5pPr>
              <a:defRPr sz="2100" b="0">
                <a:solidFill>
                  <a:srgbClr val="172E29"/>
                </a:solidFill>
                <a:latin typeface="Arial"/>
                <a:ea typeface="Arial"/>
                <a:cs typeface="Arial"/>
              </a:defRPr>
            </a:lvl5pPr>
            <a:lvl6pPr>
              <a:defRPr sz="2100" b="0">
                <a:solidFill>
                  <a:srgbClr val="172E29"/>
                </a:solidFill>
                <a:latin typeface="Arial"/>
                <a:ea typeface="Arial"/>
                <a:cs typeface="Arial"/>
              </a:defRPr>
            </a:lvl6pPr>
            <a:lvl7pPr>
              <a:defRPr sz="2100" b="0">
                <a:solidFill>
                  <a:srgbClr val="172E29"/>
                </a:solidFill>
                <a:latin typeface="Arial"/>
                <a:ea typeface="Arial"/>
                <a:cs typeface="Arial"/>
              </a:defRPr>
            </a:lvl7pPr>
            <a:lvl8pPr>
              <a:defRPr sz="2100" b="0">
                <a:solidFill>
                  <a:srgbClr val="172E29"/>
                </a:solidFill>
                <a:latin typeface="Arial"/>
                <a:ea typeface="Arial"/>
                <a:cs typeface="Arial"/>
              </a:defRPr>
            </a:lvl8pPr>
            <a:lvl9pPr>
              <a:defRPr sz="2100" b="0">
                <a:solidFill>
                  <a:srgbClr val="172E29"/>
                </a:solidFill>
                <a:latin typeface="Arial"/>
                <a:ea typeface="Arial"/>
                <a:cs typeface="Arial"/>
              </a:defRPr>
            </a:lvl9pPr>
          </a:lstStyle>
          <a:p xmlns:a="http://schemas.openxmlformats.org/drawingml/2006/main">
            <a:pPr>
              <a:defRPr sz="2100" b="0">
                <a:solidFill>
                  <a:srgbClr val="172E29"/>
                </a:solidFill>
                <a:latin typeface="Arial"/>
                <a:ea typeface="Arial"/>
                <a:cs typeface="Arial"/>
              </a:defRPr>
            </a:pPr>
            <a:r>
              <a:rPr sz="2100" b="0">
                <a:solidFill>
                  <a:srgbClr val="172E29"/>
                </a:solidFill>
                <a:latin typeface="Arial"/>
                <a:ea typeface="Arial"/>
                <a:cs typeface="Arial"/>
              </a:rPr>
              <a:t>Separate chaining preserves colliding enemy IDs</a:t>
            </a:r>
          </a:p>
        </p:txBody>
      </p:sp>
      <p:graphicFrame>
        <p:nvGraphicFramePr>
          <p:cNvPr id="4" name="">
            <a:extLst xmlns:a="http://schemas.openxmlformats.org/drawingml/2006/main">
              <a:ext uri="{FF2B5EF4-FFF2-40B4-BE49-F238E27FC236}">
                <a16:creationId xmlns:a16="http://schemas.microsoft.com/office/drawing/2014/main" id="{ED8BEDF8-E8F1-4D33-9C61-028569A4BFD4}"/>
              </a:ext>
            </a:extLst>
          </p:cNvPr>
          <p:cNvGraphicFramePr/>
          <p:nvPr/>
        </p:nvGraphicFramePr>
        <p:xfrm>
          <a:off xmlns:a="http://schemas.openxmlformats.org/drawingml/2006/main" x="609600" y="2190750"/>
          <a:ext xmlns:a="http://schemas.openxmlformats.org/drawingml/2006/main" cx="10972800" cy="2667000"/>
        </p:xfrm>
        <a:graphic xmlns:a="http://schemas.openxmlformats.org/drawingml/2006/main">
          <a:graphicData uri="http://schemas.openxmlformats.org/drawingml/2006/table">
            <a:tbl>
              <a:tblPr/>
              <a:tblGrid>
                <a:gridCol w="4762500"/>
                <a:gridCol w="6210300"/>
              </a:tblGrid>
              <a:tr h="666750">
                <a:tc>
                  <a:txBody>
                    <a:bodyPr lIns="133350" tIns="133350" rIns="133350" bIns="133350"/>
                    <a:lstStyle/>
                    <a:p>
                      <a:r>
                        <a:rPr sz="1725" b="1">
                          <a:solidFill>
                            <a:srgbClr val="FFFFFF"/>
                          </a:solidFill>
                          <a:latin typeface="Arial"/>
                          <a:ea typeface="Arial"/>
                          <a:cs typeface="Arial"/>
                        </a:rPr>
                        <a:t>Four bucket example</a:t>
                      </a:r>
                    </a:p>
                  </a:txBody>
                  <a:tcPr marL="91440" marR="91440" marT="45720" marB="45720" anchor="ctr">
                    <a:lnL w="9525">
                      <a:solidFill>
                        <a:srgbClr val="D6E0DA"/>
                      </a:solidFill>
                      <a:prstDash val="solid"/>
                    </a:lnL>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c>
                  <a:txBody>
                    <a:bodyPr lIns="133350" tIns="133350" rIns="133350" bIns="133350"/>
                    <a:lstStyle/>
                    <a:p>
                      <a:r>
                        <a:rPr sz="1725" b="1">
                          <a:solidFill>
                            <a:srgbClr val="FFFFFF"/>
                          </a:solidFill>
                          <a:latin typeface="Arial"/>
                          <a:ea typeface="Arial"/>
                          <a:cs typeface="Arial"/>
                        </a:rPr>
                        <a:t>Bucket 1 chain from head</a:t>
                      </a:r>
                    </a:p>
                  </a:txBody>
                  <a:tcPr marL="91440" marR="91440" marT="45720" marB="45720" anchor="ctr">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r>
              <a:tr h="666750">
                <a:tc>
                  <a:txBody>
                    <a:bodyPr lIns="133350" tIns="133350" rIns="133350" bIns="133350"/>
                    <a:lstStyle/>
                    <a:p>
                      <a:r>
                        <a:rPr sz="1725" b="0">
                          <a:solidFill>
                            <a:srgbClr val="172E29"/>
                          </a:solidFill>
                          <a:latin typeface="Arial"/>
                          <a:ea typeface="Arial"/>
                          <a:cs typeface="Arial"/>
                        </a:rPr>
                        <a:t>Insert 1, then 5, then 9</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9 then 5 then 1</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r h="666750">
                <a:tc>
                  <a:txBody>
                    <a:bodyPr lIns="133350" tIns="133350" rIns="133350" bIns="133350"/>
                    <a:lstStyle/>
                    <a:p>
                      <a:r>
                        <a:rPr sz="1725" b="0">
                          <a:solidFill>
                            <a:srgbClr val="172E29"/>
                          </a:solidFill>
                          <a:latin typeface="Arial"/>
                          <a:ea typeface="Arial"/>
                          <a:cs typeface="Arial"/>
                        </a:rPr>
                        <a:t>Remove ID 5</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9 then 1</a:t>
                      </a:r>
                    </a:p>
                  </a:txBody>
                  <a:tcPr marL="91440" marR="91440" marT="45720" marB="45720" anchor="ctr">
                    <a:lnR w="9525">
                      <a:solidFill>
                        <a:srgbClr val="D6E0DA"/>
                      </a:solidFill>
                      <a:prstDash val="solid"/>
                    </a:lnR>
                    <a:lnB w="9525">
                      <a:solidFill>
                        <a:srgbClr val="D6E0DA"/>
                      </a:solidFill>
                      <a:prstDash val="solid"/>
                    </a:lnB>
                    <a:solidFill>
                      <a:srgbClr val="FFFFFF"/>
                    </a:solidFill>
                  </a:tcPr>
                </a:tc>
              </a:tr>
              <a:tr h="666750">
                <a:tc>
                  <a:txBody>
                    <a:bodyPr lIns="133350" tIns="133350" rIns="133350" bIns="133350"/>
                    <a:lstStyle/>
                    <a:p>
                      <a:r>
                        <a:rPr sz="1725" b="0">
                          <a:solidFill>
                            <a:srgbClr val="172E29"/>
                          </a:solidFill>
                          <a:latin typeface="Arial"/>
                          <a:ea typeface="Arial"/>
                          <a:cs typeface="Arial"/>
                        </a:rPr>
                        <a:t>Look up ID 1</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Compare full IDs in the chain</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bl>
          </a:graphicData>
        </a:graphic>
      </p:graphicFrame>
      <p:sp>
        <p:nvSpPr>
          <p:cNvPr id="5" name="">
            <a:extLst xmlns:a="http://schemas.openxmlformats.org/drawingml/2006/main">
              <a:ext uri="{FF2B5EF4-FFF2-40B4-BE49-F238E27FC236}">
                <a16:creationId xmlns:a16="http://schemas.microsoft.com/office/drawing/2014/main" id="{DBFF1A1F-D7AC-47C1-B950-49718B8212EE}"/>
              </a:ext>
            </a:extLst>
          </p:cNvPr>
          <p:cNvSpPr>
            <a:spLocks xmlns:a="http://schemas.openxmlformats.org/drawingml/2006/main" noGrp="1"/>
          </p:cNvSpPr>
          <p:nvPr/>
        </p:nvSpPr>
        <p:spPr>
          <a:xfrm xmlns:a="http://schemas.openxmlformats.org/drawingml/2006/main">
            <a:off x="609600" y="56197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3615C"/>
                </a:solidFill>
                <a:latin typeface="Arial"/>
                <a:ea typeface="Arial"/>
                <a:cs typeface="Arial"/>
              </a:defRPr>
            </a:defPPr>
            <a:lvl1pPr>
              <a:defRPr sz="1800" b="0">
                <a:solidFill>
                  <a:srgbClr val="53615C"/>
                </a:solidFill>
                <a:latin typeface="Arial"/>
                <a:ea typeface="Arial"/>
                <a:cs typeface="Arial"/>
              </a:defRPr>
            </a:lvl1pPr>
            <a:lvl2pPr>
              <a:defRPr sz="1800" b="0">
                <a:solidFill>
                  <a:srgbClr val="53615C"/>
                </a:solidFill>
                <a:latin typeface="Arial"/>
                <a:ea typeface="Arial"/>
                <a:cs typeface="Arial"/>
              </a:defRPr>
            </a:lvl2pPr>
            <a:lvl3pPr>
              <a:defRPr sz="1800" b="0">
                <a:solidFill>
                  <a:srgbClr val="53615C"/>
                </a:solidFill>
                <a:latin typeface="Arial"/>
                <a:ea typeface="Arial"/>
                <a:cs typeface="Arial"/>
              </a:defRPr>
            </a:lvl3pPr>
            <a:lvl4pPr>
              <a:defRPr sz="1800" b="0">
                <a:solidFill>
                  <a:srgbClr val="53615C"/>
                </a:solidFill>
                <a:latin typeface="Arial"/>
                <a:ea typeface="Arial"/>
                <a:cs typeface="Arial"/>
              </a:defRPr>
            </a:lvl4pPr>
            <a:lvl5pPr>
              <a:defRPr sz="1800" b="0">
                <a:solidFill>
                  <a:srgbClr val="53615C"/>
                </a:solidFill>
                <a:latin typeface="Arial"/>
                <a:ea typeface="Arial"/>
                <a:cs typeface="Arial"/>
              </a:defRPr>
            </a:lvl5pPr>
            <a:lvl6pPr>
              <a:defRPr sz="1800" b="0">
                <a:solidFill>
                  <a:srgbClr val="53615C"/>
                </a:solidFill>
                <a:latin typeface="Arial"/>
                <a:ea typeface="Arial"/>
                <a:cs typeface="Arial"/>
              </a:defRPr>
            </a:lvl6pPr>
            <a:lvl7pPr>
              <a:defRPr sz="1800" b="0">
                <a:solidFill>
                  <a:srgbClr val="53615C"/>
                </a:solidFill>
                <a:latin typeface="Arial"/>
                <a:ea typeface="Arial"/>
                <a:cs typeface="Arial"/>
              </a:defRPr>
            </a:lvl7pPr>
            <a:lvl8pPr>
              <a:defRPr sz="1800" b="0">
                <a:solidFill>
                  <a:srgbClr val="53615C"/>
                </a:solidFill>
                <a:latin typeface="Arial"/>
                <a:ea typeface="Arial"/>
                <a:cs typeface="Arial"/>
              </a:defRPr>
            </a:lvl8pPr>
            <a:lvl9pPr>
              <a:defRPr sz="1800" b="0">
                <a:solidFill>
                  <a:srgbClr val="53615C"/>
                </a:solidFill>
                <a:latin typeface="Arial"/>
                <a:ea typeface="Arial"/>
                <a:cs typeface="Arial"/>
              </a:defRPr>
            </a:lvl9pPr>
          </a:lstStyle>
          <a:p xmlns:a="http://schemas.openxmlformats.org/drawingml/2006/main">
            <a:pPr>
              <a:defRPr sz="1800" b="0">
                <a:solidFill>
                  <a:srgbClr val="53615C"/>
                </a:solidFill>
                <a:latin typeface="Arial"/>
                <a:ea typeface="Arial"/>
                <a:cs typeface="Arial"/>
              </a:defRPr>
            </a:pPr>
            <a:r>
              <a:rPr sz="1800" b="0">
                <a:solidFill>
                  <a:srgbClr val="53615C"/>
                </a:solidFill>
                <a:latin typeface="Arial"/>
                <a:ea typeface="Arial"/>
                <a:cs typeface="Arial"/>
              </a:rPr>
              <a:t>Double buckets above 75% load and recompute every index</a:t>
            </a:r>
          </a:p>
        </p:txBody>
      </p:sp>
    </p:spTree>
    <p:extLst>
      <p:ext uri="{BB962C8B-B14F-4D97-AF65-F5344CB8AC3E}">
        <p14:creationId xmlns:p14="http://schemas.microsoft.com/office/powerpoint/2010/main" val="8079583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21347E6-F742-4889-B221-7BDDE5034A6F}"/>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72E29"/>
                </a:solidFill>
                <a:latin typeface="Arial"/>
                <a:ea typeface="Arial"/>
                <a:cs typeface="Arial"/>
              </a:defRPr>
            </a:defPPr>
            <a:lvl1pPr>
              <a:defRPr sz="3300" b="1">
                <a:solidFill>
                  <a:srgbClr val="172E29"/>
                </a:solidFill>
                <a:latin typeface="Arial"/>
                <a:ea typeface="Arial"/>
                <a:cs typeface="Arial"/>
              </a:defRPr>
            </a:lvl1pPr>
            <a:lvl2pPr>
              <a:defRPr sz="3300" b="1">
                <a:solidFill>
                  <a:srgbClr val="172E29"/>
                </a:solidFill>
                <a:latin typeface="Arial"/>
                <a:ea typeface="Arial"/>
                <a:cs typeface="Arial"/>
              </a:defRPr>
            </a:lvl2pPr>
            <a:lvl3pPr>
              <a:defRPr sz="3300" b="1">
                <a:solidFill>
                  <a:srgbClr val="172E29"/>
                </a:solidFill>
                <a:latin typeface="Arial"/>
                <a:ea typeface="Arial"/>
                <a:cs typeface="Arial"/>
              </a:defRPr>
            </a:lvl3pPr>
            <a:lvl4pPr>
              <a:defRPr sz="3300" b="1">
                <a:solidFill>
                  <a:srgbClr val="172E29"/>
                </a:solidFill>
                <a:latin typeface="Arial"/>
                <a:ea typeface="Arial"/>
                <a:cs typeface="Arial"/>
              </a:defRPr>
            </a:lvl4pPr>
            <a:lvl5pPr>
              <a:defRPr sz="3300" b="1">
                <a:solidFill>
                  <a:srgbClr val="172E29"/>
                </a:solidFill>
                <a:latin typeface="Arial"/>
                <a:ea typeface="Arial"/>
                <a:cs typeface="Arial"/>
              </a:defRPr>
            </a:lvl5pPr>
            <a:lvl6pPr>
              <a:defRPr sz="3300" b="1">
                <a:solidFill>
                  <a:srgbClr val="172E29"/>
                </a:solidFill>
                <a:latin typeface="Arial"/>
                <a:ea typeface="Arial"/>
                <a:cs typeface="Arial"/>
              </a:defRPr>
            </a:lvl6pPr>
            <a:lvl7pPr>
              <a:defRPr sz="3300" b="1">
                <a:solidFill>
                  <a:srgbClr val="172E29"/>
                </a:solidFill>
                <a:latin typeface="Arial"/>
                <a:ea typeface="Arial"/>
                <a:cs typeface="Arial"/>
              </a:defRPr>
            </a:lvl7pPr>
            <a:lvl8pPr>
              <a:defRPr sz="3300" b="1">
                <a:solidFill>
                  <a:srgbClr val="172E29"/>
                </a:solidFill>
                <a:latin typeface="Arial"/>
                <a:ea typeface="Arial"/>
                <a:cs typeface="Arial"/>
              </a:defRPr>
            </a:lvl8pPr>
            <a:lvl9pPr>
              <a:defRPr sz="3300" b="1">
                <a:solidFill>
                  <a:srgbClr val="172E29"/>
                </a:solidFill>
                <a:latin typeface="Arial"/>
                <a:ea typeface="Arial"/>
                <a:cs typeface="Arial"/>
              </a:defRPr>
            </a:lvl9pPr>
          </a:lstStyle>
          <a:p xmlns:a="http://schemas.openxmlformats.org/drawingml/2006/main">
            <a:pPr>
              <a:defRPr sz="3300" b="1">
                <a:solidFill>
                  <a:srgbClr val="172E29"/>
                </a:solidFill>
                <a:latin typeface="Arial"/>
                <a:ea typeface="Arial"/>
                <a:cs typeface="Arial"/>
              </a:defRPr>
            </a:pPr>
            <a:r>
              <a:rPr sz="3300" b="1">
                <a:solidFill>
                  <a:srgbClr val="172E29"/>
                </a:solidFill>
                <a:latin typeface="Arial"/>
                <a:ea typeface="Arial"/>
                <a:cs typeface="Arial"/>
              </a:rPr>
              <a:t>Min heap for scheduled spawns</a:t>
            </a:r>
          </a:p>
        </p:txBody>
      </p:sp>
      <p:sp>
        <p:nvSpPr>
          <p:cNvPr id="2" name="">
            <a:extLst xmlns:a="http://schemas.openxmlformats.org/drawingml/2006/main">
              <a:ext uri="{FF2B5EF4-FFF2-40B4-BE49-F238E27FC236}">
                <a16:creationId xmlns:a16="http://schemas.microsoft.com/office/drawing/2014/main" id="{F732C3ED-1AC7-43D4-8AF6-D824F41833DB}"/>
              </a:ext>
            </a:extLst>
          </p:cNvPr>
          <p:cNvSpPr>
            <a:spLocks xmlns:a="http://schemas.openxmlformats.org/drawingml/2006/main" noGrp="1"/>
          </p:cNvSpPr>
          <p:nvPr/>
        </p:nvSpPr>
        <p:spPr>
          <a:xfrm xmlns:a="http://schemas.openxmlformats.org/drawingml/2006/main">
            <a:off x="10991850" y="630555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3615C"/>
                </a:solidFill>
                <a:latin typeface="Arial"/>
                <a:ea typeface="Arial"/>
                <a:cs typeface="Arial"/>
              </a:defRPr>
            </a:defPPr>
            <a:lvl1pPr>
              <a:defRPr sz="1200" b="0">
                <a:solidFill>
                  <a:srgbClr val="53615C"/>
                </a:solidFill>
                <a:latin typeface="Arial"/>
                <a:ea typeface="Arial"/>
                <a:cs typeface="Arial"/>
              </a:defRPr>
            </a:lvl1pPr>
            <a:lvl2pPr>
              <a:defRPr sz="1200" b="0">
                <a:solidFill>
                  <a:srgbClr val="53615C"/>
                </a:solidFill>
                <a:latin typeface="Arial"/>
                <a:ea typeface="Arial"/>
                <a:cs typeface="Arial"/>
              </a:defRPr>
            </a:lvl2pPr>
            <a:lvl3pPr>
              <a:defRPr sz="1200" b="0">
                <a:solidFill>
                  <a:srgbClr val="53615C"/>
                </a:solidFill>
                <a:latin typeface="Arial"/>
                <a:ea typeface="Arial"/>
                <a:cs typeface="Arial"/>
              </a:defRPr>
            </a:lvl3pPr>
            <a:lvl4pPr>
              <a:defRPr sz="1200" b="0">
                <a:solidFill>
                  <a:srgbClr val="53615C"/>
                </a:solidFill>
                <a:latin typeface="Arial"/>
                <a:ea typeface="Arial"/>
                <a:cs typeface="Arial"/>
              </a:defRPr>
            </a:lvl4pPr>
            <a:lvl5pPr>
              <a:defRPr sz="1200" b="0">
                <a:solidFill>
                  <a:srgbClr val="53615C"/>
                </a:solidFill>
                <a:latin typeface="Arial"/>
                <a:ea typeface="Arial"/>
                <a:cs typeface="Arial"/>
              </a:defRPr>
            </a:lvl5pPr>
            <a:lvl6pPr>
              <a:defRPr sz="1200" b="0">
                <a:solidFill>
                  <a:srgbClr val="53615C"/>
                </a:solidFill>
                <a:latin typeface="Arial"/>
                <a:ea typeface="Arial"/>
                <a:cs typeface="Arial"/>
              </a:defRPr>
            </a:lvl6pPr>
            <a:lvl7pPr>
              <a:defRPr sz="1200" b="0">
                <a:solidFill>
                  <a:srgbClr val="53615C"/>
                </a:solidFill>
                <a:latin typeface="Arial"/>
                <a:ea typeface="Arial"/>
                <a:cs typeface="Arial"/>
              </a:defRPr>
            </a:lvl7pPr>
            <a:lvl8pPr>
              <a:defRPr sz="1200" b="0">
                <a:solidFill>
                  <a:srgbClr val="53615C"/>
                </a:solidFill>
                <a:latin typeface="Arial"/>
                <a:ea typeface="Arial"/>
                <a:cs typeface="Arial"/>
              </a:defRPr>
            </a:lvl8pPr>
            <a:lvl9pPr>
              <a:defRPr sz="1200" b="0">
                <a:solidFill>
                  <a:srgbClr val="53615C"/>
                </a:solidFill>
                <a:latin typeface="Arial"/>
                <a:ea typeface="Arial"/>
                <a:cs typeface="Arial"/>
              </a:defRPr>
            </a:lvl9pPr>
          </a:lstStyle>
          <a:p xmlns:a="http://schemas.openxmlformats.org/drawingml/2006/main">
            <a:pPr>
              <a:defRPr sz="1200" b="0">
                <a:solidFill>
                  <a:srgbClr val="53615C"/>
                </a:solidFill>
                <a:latin typeface="Arial"/>
                <a:ea typeface="Arial"/>
                <a:cs typeface="Arial"/>
              </a:defRPr>
            </a:pPr>
            <a:r>
              <a:rPr sz="1200" b="0">
                <a:solidFill>
                  <a:srgbClr val="53615C"/>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7FBCAF57-13C8-4A0C-A64D-D91E13587345}"/>
              </a:ext>
            </a:extLst>
          </p:cNvPr>
          <p:cNvGraphicFramePr/>
          <p:nvPr/>
        </p:nvGraphicFramePr>
        <p:xfrm>
          <a:off xmlns:a="http://schemas.openxmlformats.org/drawingml/2006/main" x="609600" y="1762125"/>
          <a:ext xmlns:a="http://schemas.openxmlformats.org/drawingml/2006/main" cx="7239000" cy="2857500"/>
        </p:xfrm>
        <a:graphic xmlns:a="http://schemas.openxmlformats.org/drawingml/2006/main">
          <a:graphicData uri="http://schemas.openxmlformats.org/drawingml/2006/table">
            <a:tbl>
              <a:tblPr/>
              <a:tblGrid>
                <a:gridCol w="4572000"/>
                <a:gridCol w="2667000"/>
              </a:tblGrid>
              <a:tr h="714375">
                <a:tc>
                  <a:txBody>
                    <a:bodyPr lIns="133350" tIns="133350" rIns="133350" bIns="133350"/>
                    <a:lstStyle/>
                    <a:p>
                      <a:r>
                        <a:rPr sz="1725" b="1">
                          <a:solidFill>
                            <a:srgbClr val="FFFFFF"/>
                          </a:solidFill>
                          <a:latin typeface="Arial"/>
                          <a:ea typeface="Arial"/>
                          <a:cs typeface="Arial"/>
                        </a:rPr>
                        <a:t>Inserted key</a:t>
                      </a:r>
                    </a:p>
                  </a:txBody>
                  <a:tcPr marL="91440" marR="91440" marT="45720" marB="45720" anchor="ctr">
                    <a:lnL w="9525">
                      <a:solidFill>
                        <a:srgbClr val="D6E0DA"/>
                      </a:solidFill>
                      <a:prstDash val="solid"/>
                    </a:lnL>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c>
                  <a:txBody>
                    <a:bodyPr lIns="133350" tIns="133350" rIns="133350" bIns="133350"/>
                    <a:lstStyle/>
                    <a:p>
                      <a:r>
                        <a:rPr sz="1725" b="1">
                          <a:solidFill>
                            <a:srgbClr val="FFFFFF"/>
                          </a:solidFill>
                          <a:latin typeface="Arial"/>
                          <a:ea typeface="Arial"/>
                          <a:cs typeface="Arial"/>
                        </a:rPr>
                        <a:t>Removal position</a:t>
                      </a:r>
                    </a:p>
                  </a:txBody>
                  <a:tcPr marL="91440" marR="91440" marT="45720" marB="45720" anchor="ctr">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r>
              <a:tr h="714375">
                <a:tc>
                  <a:txBody>
                    <a:bodyPr lIns="133350" tIns="133350" rIns="133350" bIns="133350"/>
                    <a:lstStyle/>
                    <a:p>
                      <a:r>
                        <a:rPr sz="1725" b="0">
                          <a:solidFill>
                            <a:srgbClr val="172E29"/>
                          </a:solidFill>
                          <a:latin typeface="Arial"/>
                          <a:ea typeface="Arial"/>
                          <a:cs typeface="Arial"/>
                        </a:rPr>
                        <a:t>due 8, sequence 0</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3</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r h="714375">
                <a:tc>
                  <a:txBody>
                    <a:bodyPr lIns="133350" tIns="133350" rIns="133350" bIns="133350"/>
                    <a:lstStyle/>
                    <a:p>
                      <a:r>
                        <a:rPr sz="1725" b="0">
                          <a:solidFill>
                            <a:srgbClr val="172E29"/>
                          </a:solidFill>
                          <a:latin typeface="Arial"/>
                          <a:ea typeface="Arial"/>
                          <a:cs typeface="Arial"/>
                        </a:rPr>
                        <a:t>due 3, sequence 1</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1</a:t>
                      </a:r>
                    </a:p>
                  </a:txBody>
                  <a:tcPr marL="91440" marR="91440" marT="45720" marB="45720" anchor="ctr">
                    <a:lnR w="9525">
                      <a:solidFill>
                        <a:srgbClr val="D6E0DA"/>
                      </a:solidFill>
                      <a:prstDash val="solid"/>
                    </a:lnR>
                    <a:lnB w="9525">
                      <a:solidFill>
                        <a:srgbClr val="D6E0DA"/>
                      </a:solidFill>
                      <a:prstDash val="solid"/>
                    </a:lnB>
                    <a:solidFill>
                      <a:srgbClr val="FFFFFF"/>
                    </a:solidFill>
                  </a:tcPr>
                </a:tc>
              </a:tr>
              <a:tr h="714375">
                <a:tc>
                  <a:txBody>
                    <a:bodyPr lIns="133350" tIns="133350" rIns="133350" bIns="133350"/>
                    <a:lstStyle/>
                    <a:p>
                      <a:r>
                        <a:rPr sz="1725" b="0">
                          <a:solidFill>
                            <a:srgbClr val="172E29"/>
                          </a:solidFill>
                          <a:latin typeface="Arial"/>
                          <a:ea typeface="Arial"/>
                          <a:cs typeface="Arial"/>
                        </a:rPr>
                        <a:t>due 3, sequence 2</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2</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bl>
          </a:graphicData>
        </a:graphic>
      </p:graphicFrame>
      <p:sp>
        <p:nvSpPr>
          <p:cNvPr id="4" name="">
            <a:extLst xmlns:a="http://schemas.openxmlformats.org/drawingml/2006/main">
              <a:ext uri="{FF2B5EF4-FFF2-40B4-BE49-F238E27FC236}">
                <a16:creationId xmlns:a16="http://schemas.microsoft.com/office/drawing/2014/main" id="{7A5E2FCE-7020-4C0B-BDE0-CDEB74D36CA4}"/>
              </a:ext>
            </a:extLst>
          </p:cNvPr>
          <p:cNvSpPr>
            <a:spLocks xmlns:a="http://schemas.openxmlformats.org/drawingml/2006/main" noGrp="1"/>
          </p:cNvSpPr>
          <p:nvPr/>
        </p:nvSpPr>
        <p:spPr>
          <a:xfrm xmlns:a="http://schemas.openxmlformats.org/drawingml/2006/main">
            <a:off x="8248650" y="19812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050" b="1">
                <a:solidFill>
                  <a:srgbClr val="B36B26"/>
                </a:solidFill>
                <a:latin typeface="Arial"/>
                <a:ea typeface="Arial"/>
                <a:cs typeface="Arial"/>
              </a:defRPr>
            </a:defPPr>
            <a:lvl1pPr>
              <a:defRPr sz="4050" b="1">
                <a:solidFill>
                  <a:srgbClr val="B36B26"/>
                </a:solidFill>
                <a:latin typeface="Arial"/>
                <a:ea typeface="Arial"/>
                <a:cs typeface="Arial"/>
              </a:defRPr>
            </a:lvl1pPr>
            <a:lvl2pPr>
              <a:defRPr sz="4050" b="1">
                <a:solidFill>
                  <a:srgbClr val="B36B26"/>
                </a:solidFill>
                <a:latin typeface="Arial"/>
                <a:ea typeface="Arial"/>
                <a:cs typeface="Arial"/>
              </a:defRPr>
            </a:lvl2pPr>
            <a:lvl3pPr>
              <a:defRPr sz="4050" b="1">
                <a:solidFill>
                  <a:srgbClr val="B36B26"/>
                </a:solidFill>
                <a:latin typeface="Arial"/>
                <a:ea typeface="Arial"/>
                <a:cs typeface="Arial"/>
              </a:defRPr>
            </a:lvl3pPr>
            <a:lvl4pPr>
              <a:defRPr sz="4050" b="1">
                <a:solidFill>
                  <a:srgbClr val="B36B26"/>
                </a:solidFill>
                <a:latin typeface="Arial"/>
                <a:ea typeface="Arial"/>
                <a:cs typeface="Arial"/>
              </a:defRPr>
            </a:lvl4pPr>
            <a:lvl5pPr>
              <a:defRPr sz="4050" b="1">
                <a:solidFill>
                  <a:srgbClr val="B36B26"/>
                </a:solidFill>
                <a:latin typeface="Arial"/>
                <a:ea typeface="Arial"/>
                <a:cs typeface="Arial"/>
              </a:defRPr>
            </a:lvl5pPr>
            <a:lvl6pPr>
              <a:defRPr sz="4050" b="1">
                <a:solidFill>
                  <a:srgbClr val="B36B26"/>
                </a:solidFill>
                <a:latin typeface="Arial"/>
                <a:ea typeface="Arial"/>
                <a:cs typeface="Arial"/>
              </a:defRPr>
            </a:lvl6pPr>
            <a:lvl7pPr>
              <a:defRPr sz="4050" b="1">
                <a:solidFill>
                  <a:srgbClr val="B36B26"/>
                </a:solidFill>
                <a:latin typeface="Arial"/>
                <a:ea typeface="Arial"/>
                <a:cs typeface="Arial"/>
              </a:defRPr>
            </a:lvl7pPr>
            <a:lvl8pPr>
              <a:defRPr sz="4050" b="1">
                <a:solidFill>
                  <a:srgbClr val="B36B26"/>
                </a:solidFill>
                <a:latin typeface="Arial"/>
                <a:ea typeface="Arial"/>
                <a:cs typeface="Arial"/>
              </a:defRPr>
            </a:lvl8pPr>
            <a:lvl9pPr>
              <a:defRPr sz="4050" b="1">
                <a:solidFill>
                  <a:srgbClr val="B36B26"/>
                </a:solidFill>
                <a:latin typeface="Arial"/>
                <a:ea typeface="Arial"/>
                <a:cs typeface="Arial"/>
              </a:defRPr>
            </a:lvl9pPr>
          </a:lstStyle>
          <a:p xmlns:a="http://schemas.openxmlformats.org/drawingml/2006/main">
            <a:pPr>
              <a:defRPr sz="4050" b="1">
                <a:solidFill>
                  <a:srgbClr val="B36B26"/>
                </a:solidFill>
                <a:latin typeface="Arial"/>
                <a:ea typeface="Arial"/>
                <a:cs typeface="Arial"/>
              </a:defRPr>
            </a:pPr>
            <a:r>
              <a:rPr sz="4050" b="1">
                <a:solidFill>
                  <a:srgbClr val="B36B26"/>
                </a:solidFill>
                <a:latin typeface="Arial"/>
                <a:ea typeface="Arial"/>
                <a:cs typeface="Arial"/>
              </a:rPr>
              <a:t>O(log n)</a:t>
            </a:r>
          </a:p>
        </p:txBody>
      </p:sp>
      <p:sp>
        <p:nvSpPr>
          <p:cNvPr id="5" name="">
            <a:extLst xmlns:a="http://schemas.openxmlformats.org/drawingml/2006/main">
              <a:ext uri="{FF2B5EF4-FFF2-40B4-BE49-F238E27FC236}">
                <a16:creationId xmlns:a16="http://schemas.microsoft.com/office/drawing/2014/main" id="{26E7AFF2-D01E-48E3-83C4-09AFF4475EA2}"/>
              </a:ext>
            </a:extLst>
          </p:cNvPr>
          <p:cNvSpPr>
            <a:spLocks xmlns:a="http://schemas.openxmlformats.org/drawingml/2006/main" noGrp="1"/>
          </p:cNvSpPr>
          <p:nvPr/>
        </p:nvSpPr>
        <p:spPr>
          <a:xfrm xmlns:a="http://schemas.openxmlformats.org/drawingml/2006/main">
            <a:off x="8248650" y="273367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72E29"/>
                </a:solidFill>
                <a:latin typeface="Arial"/>
                <a:ea typeface="Arial"/>
                <a:cs typeface="Arial"/>
              </a:defRPr>
            </a:defPPr>
            <a:lvl1pPr>
              <a:defRPr sz="1950" b="0">
                <a:solidFill>
                  <a:srgbClr val="172E29"/>
                </a:solidFill>
                <a:latin typeface="Arial"/>
                <a:ea typeface="Arial"/>
                <a:cs typeface="Arial"/>
              </a:defRPr>
            </a:lvl1pPr>
            <a:lvl2pPr>
              <a:defRPr sz="1950" b="0">
                <a:solidFill>
                  <a:srgbClr val="172E29"/>
                </a:solidFill>
                <a:latin typeface="Arial"/>
                <a:ea typeface="Arial"/>
                <a:cs typeface="Arial"/>
              </a:defRPr>
            </a:lvl2pPr>
            <a:lvl3pPr>
              <a:defRPr sz="1950" b="0">
                <a:solidFill>
                  <a:srgbClr val="172E29"/>
                </a:solidFill>
                <a:latin typeface="Arial"/>
                <a:ea typeface="Arial"/>
                <a:cs typeface="Arial"/>
              </a:defRPr>
            </a:lvl3pPr>
            <a:lvl4pPr>
              <a:defRPr sz="1950" b="0">
                <a:solidFill>
                  <a:srgbClr val="172E29"/>
                </a:solidFill>
                <a:latin typeface="Arial"/>
                <a:ea typeface="Arial"/>
                <a:cs typeface="Arial"/>
              </a:defRPr>
            </a:lvl4pPr>
            <a:lvl5pPr>
              <a:defRPr sz="1950" b="0">
                <a:solidFill>
                  <a:srgbClr val="172E29"/>
                </a:solidFill>
                <a:latin typeface="Arial"/>
                <a:ea typeface="Arial"/>
                <a:cs typeface="Arial"/>
              </a:defRPr>
            </a:lvl5pPr>
            <a:lvl6pPr>
              <a:defRPr sz="1950" b="0">
                <a:solidFill>
                  <a:srgbClr val="172E29"/>
                </a:solidFill>
                <a:latin typeface="Arial"/>
                <a:ea typeface="Arial"/>
                <a:cs typeface="Arial"/>
              </a:defRPr>
            </a:lvl6pPr>
            <a:lvl7pPr>
              <a:defRPr sz="1950" b="0">
                <a:solidFill>
                  <a:srgbClr val="172E29"/>
                </a:solidFill>
                <a:latin typeface="Arial"/>
                <a:ea typeface="Arial"/>
                <a:cs typeface="Arial"/>
              </a:defRPr>
            </a:lvl7pPr>
            <a:lvl8pPr>
              <a:defRPr sz="1950" b="0">
                <a:solidFill>
                  <a:srgbClr val="172E29"/>
                </a:solidFill>
                <a:latin typeface="Arial"/>
                <a:ea typeface="Arial"/>
                <a:cs typeface="Arial"/>
              </a:defRPr>
            </a:lvl8pPr>
            <a:lvl9pPr>
              <a:defRPr sz="1950" b="0">
                <a:solidFill>
                  <a:srgbClr val="172E29"/>
                </a:solidFill>
                <a:latin typeface="Arial"/>
                <a:ea typeface="Arial"/>
                <a:cs typeface="Arial"/>
              </a:defRPr>
            </a:lvl9pPr>
          </a:lstStyle>
          <a:p xmlns:a="http://schemas.openxmlformats.org/drawingml/2006/main">
            <a:pPr>
              <a:defRPr sz="1950" b="0">
                <a:solidFill>
                  <a:srgbClr val="172E29"/>
                </a:solidFill>
                <a:latin typeface="Arial"/>
                <a:ea typeface="Arial"/>
                <a:cs typeface="Arial"/>
              </a:defRPr>
            </a:pPr>
            <a:r>
              <a:rPr sz="1950" b="0">
                <a:solidFill>
                  <a:srgbClr val="172E29"/>
                </a:solidFill>
                <a:latin typeface="Arial"/>
                <a:ea typeface="Arial"/>
                <a:cs typeface="Arial"/>
              </a:rPr>
              <a:t>Insert and remove</a:t>
            </a:r>
          </a:p>
        </p:txBody>
      </p:sp>
      <p:sp>
        <p:nvSpPr>
          <p:cNvPr id="6" name="">
            <a:extLst xmlns:a="http://schemas.openxmlformats.org/drawingml/2006/main">
              <a:ext uri="{FF2B5EF4-FFF2-40B4-BE49-F238E27FC236}">
                <a16:creationId xmlns:a16="http://schemas.microsoft.com/office/drawing/2014/main" id="{7ED6CDC1-BCEB-4058-BC7E-D3053A39F4BA}"/>
              </a:ext>
            </a:extLst>
          </p:cNvPr>
          <p:cNvSpPr>
            <a:spLocks xmlns:a="http://schemas.openxmlformats.org/drawingml/2006/main" noGrp="1"/>
          </p:cNvSpPr>
          <p:nvPr/>
        </p:nvSpPr>
        <p:spPr>
          <a:xfrm xmlns:a="http://schemas.openxmlformats.org/drawingml/2006/main">
            <a:off x="8248650" y="366712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050" b="1">
                <a:solidFill>
                  <a:srgbClr val="B36B26"/>
                </a:solidFill>
                <a:latin typeface="Arial"/>
                <a:ea typeface="Arial"/>
                <a:cs typeface="Arial"/>
              </a:defRPr>
            </a:defPPr>
            <a:lvl1pPr>
              <a:defRPr sz="4050" b="1">
                <a:solidFill>
                  <a:srgbClr val="B36B26"/>
                </a:solidFill>
                <a:latin typeface="Arial"/>
                <a:ea typeface="Arial"/>
                <a:cs typeface="Arial"/>
              </a:defRPr>
            </a:lvl1pPr>
            <a:lvl2pPr>
              <a:defRPr sz="4050" b="1">
                <a:solidFill>
                  <a:srgbClr val="B36B26"/>
                </a:solidFill>
                <a:latin typeface="Arial"/>
                <a:ea typeface="Arial"/>
                <a:cs typeface="Arial"/>
              </a:defRPr>
            </a:lvl2pPr>
            <a:lvl3pPr>
              <a:defRPr sz="4050" b="1">
                <a:solidFill>
                  <a:srgbClr val="B36B26"/>
                </a:solidFill>
                <a:latin typeface="Arial"/>
                <a:ea typeface="Arial"/>
                <a:cs typeface="Arial"/>
              </a:defRPr>
            </a:lvl3pPr>
            <a:lvl4pPr>
              <a:defRPr sz="4050" b="1">
                <a:solidFill>
                  <a:srgbClr val="B36B26"/>
                </a:solidFill>
                <a:latin typeface="Arial"/>
                <a:ea typeface="Arial"/>
                <a:cs typeface="Arial"/>
              </a:defRPr>
            </a:lvl4pPr>
            <a:lvl5pPr>
              <a:defRPr sz="4050" b="1">
                <a:solidFill>
                  <a:srgbClr val="B36B26"/>
                </a:solidFill>
                <a:latin typeface="Arial"/>
                <a:ea typeface="Arial"/>
                <a:cs typeface="Arial"/>
              </a:defRPr>
            </a:lvl5pPr>
            <a:lvl6pPr>
              <a:defRPr sz="4050" b="1">
                <a:solidFill>
                  <a:srgbClr val="B36B26"/>
                </a:solidFill>
                <a:latin typeface="Arial"/>
                <a:ea typeface="Arial"/>
                <a:cs typeface="Arial"/>
              </a:defRPr>
            </a:lvl6pPr>
            <a:lvl7pPr>
              <a:defRPr sz="4050" b="1">
                <a:solidFill>
                  <a:srgbClr val="B36B26"/>
                </a:solidFill>
                <a:latin typeface="Arial"/>
                <a:ea typeface="Arial"/>
                <a:cs typeface="Arial"/>
              </a:defRPr>
            </a:lvl7pPr>
            <a:lvl8pPr>
              <a:defRPr sz="4050" b="1">
                <a:solidFill>
                  <a:srgbClr val="B36B26"/>
                </a:solidFill>
                <a:latin typeface="Arial"/>
                <a:ea typeface="Arial"/>
                <a:cs typeface="Arial"/>
              </a:defRPr>
            </a:lvl8pPr>
            <a:lvl9pPr>
              <a:defRPr sz="4050" b="1">
                <a:solidFill>
                  <a:srgbClr val="B36B26"/>
                </a:solidFill>
                <a:latin typeface="Arial"/>
                <a:ea typeface="Arial"/>
                <a:cs typeface="Arial"/>
              </a:defRPr>
            </a:lvl9pPr>
          </a:lstStyle>
          <a:p xmlns:a="http://schemas.openxmlformats.org/drawingml/2006/main">
            <a:pPr>
              <a:defRPr sz="4050" b="1">
                <a:solidFill>
                  <a:srgbClr val="B36B26"/>
                </a:solidFill>
                <a:latin typeface="Arial"/>
                <a:ea typeface="Arial"/>
                <a:cs typeface="Arial"/>
              </a:defRPr>
            </a:pPr>
            <a:r>
              <a:rPr sz="4050" b="1">
                <a:solidFill>
                  <a:srgbClr val="B36B26"/>
                </a:solidFill>
                <a:latin typeface="Arial"/>
                <a:ea typeface="Arial"/>
                <a:cs typeface="Arial"/>
              </a:rPr>
              <a:t>O(1)</a:t>
            </a:r>
          </a:p>
        </p:txBody>
      </p:sp>
      <p:sp>
        <p:nvSpPr>
          <p:cNvPr id="7" name="">
            <a:extLst xmlns:a="http://schemas.openxmlformats.org/drawingml/2006/main">
              <a:ext uri="{FF2B5EF4-FFF2-40B4-BE49-F238E27FC236}">
                <a16:creationId xmlns:a16="http://schemas.microsoft.com/office/drawing/2014/main" id="{5A749CF2-958B-4D86-BB15-B85CC80BFFE7}"/>
              </a:ext>
            </a:extLst>
          </p:cNvPr>
          <p:cNvSpPr>
            <a:spLocks xmlns:a="http://schemas.openxmlformats.org/drawingml/2006/main" noGrp="1"/>
          </p:cNvSpPr>
          <p:nvPr/>
        </p:nvSpPr>
        <p:spPr>
          <a:xfrm xmlns:a="http://schemas.openxmlformats.org/drawingml/2006/main">
            <a:off x="8248650" y="43815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72E29"/>
                </a:solidFill>
                <a:latin typeface="Arial"/>
                <a:ea typeface="Arial"/>
                <a:cs typeface="Arial"/>
              </a:defRPr>
            </a:defPPr>
            <a:lvl1pPr>
              <a:defRPr sz="1950" b="0">
                <a:solidFill>
                  <a:srgbClr val="172E29"/>
                </a:solidFill>
                <a:latin typeface="Arial"/>
                <a:ea typeface="Arial"/>
                <a:cs typeface="Arial"/>
              </a:defRPr>
            </a:lvl1pPr>
            <a:lvl2pPr>
              <a:defRPr sz="1950" b="0">
                <a:solidFill>
                  <a:srgbClr val="172E29"/>
                </a:solidFill>
                <a:latin typeface="Arial"/>
                <a:ea typeface="Arial"/>
                <a:cs typeface="Arial"/>
              </a:defRPr>
            </a:lvl2pPr>
            <a:lvl3pPr>
              <a:defRPr sz="1950" b="0">
                <a:solidFill>
                  <a:srgbClr val="172E29"/>
                </a:solidFill>
                <a:latin typeface="Arial"/>
                <a:ea typeface="Arial"/>
                <a:cs typeface="Arial"/>
              </a:defRPr>
            </a:lvl3pPr>
            <a:lvl4pPr>
              <a:defRPr sz="1950" b="0">
                <a:solidFill>
                  <a:srgbClr val="172E29"/>
                </a:solidFill>
                <a:latin typeface="Arial"/>
                <a:ea typeface="Arial"/>
                <a:cs typeface="Arial"/>
              </a:defRPr>
            </a:lvl4pPr>
            <a:lvl5pPr>
              <a:defRPr sz="1950" b="0">
                <a:solidFill>
                  <a:srgbClr val="172E29"/>
                </a:solidFill>
                <a:latin typeface="Arial"/>
                <a:ea typeface="Arial"/>
                <a:cs typeface="Arial"/>
              </a:defRPr>
            </a:lvl5pPr>
            <a:lvl6pPr>
              <a:defRPr sz="1950" b="0">
                <a:solidFill>
                  <a:srgbClr val="172E29"/>
                </a:solidFill>
                <a:latin typeface="Arial"/>
                <a:ea typeface="Arial"/>
                <a:cs typeface="Arial"/>
              </a:defRPr>
            </a:lvl6pPr>
            <a:lvl7pPr>
              <a:defRPr sz="1950" b="0">
                <a:solidFill>
                  <a:srgbClr val="172E29"/>
                </a:solidFill>
                <a:latin typeface="Arial"/>
                <a:ea typeface="Arial"/>
                <a:cs typeface="Arial"/>
              </a:defRPr>
            </a:lvl7pPr>
            <a:lvl8pPr>
              <a:defRPr sz="1950" b="0">
                <a:solidFill>
                  <a:srgbClr val="172E29"/>
                </a:solidFill>
                <a:latin typeface="Arial"/>
                <a:ea typeface="Arial"/>
                <a:cs typeface="Arial"/>
              </a:defRPr>
            </a:lvl8pPr>
            <a:lvl9pPr>
              <a:defRPr sz="1950" b="0">
                <a:solidFill>
                  <a:srgbClr val="172E29"/>
                </a:solidFill>
                <a:latin typeface="Arial"/>
                <a:ea typeface="Arial"/>
                <a:cs typeface="Arial"/>
              </a:defRPr>
            </a:lvl9pPr>
          </a:lstStyle>
          <a:p xmlns:a="http://schemas.openxmlformats.org/drawingml/2006/main">
            <a:pPr>
              <a:defRPr sz="1950" b="0">
                <a:solidFill>
                  <a:srgbClr val="172E29"/>
                </a:solidFill>
                <a:latin typeface="Arial"/>
                <a:ea typeface="Arial"/>
                <a:cs typeface="Arial"/>
              </a:defRPr>
            </a:pPr>
            <a:r>
              <a:rPr sz="1950" b="0">
                <a:solidFill>
                  <a:srgbClr val="172E29"/>
                </a:solidFill>
                <a:latin typeface="Arial"/>
                <a:ea typeface="Arial"/>
                <a:cs typeface="Arial"/>
              </a:rPr>
              <a:t>Read earliest event</a:t>
            </a:r>
          </a:p>
        </p:txBody>
      </p:sp>
      <p:sp>
        <p:nvSpPr>
          <p:cNvPr id="8" name="">
            <a:extLst xmlns:a="http://schemas.openxmlformats.org/drawingml/2006/main">
              <a:ext uri="{FF2B5EF4-FFF2-40B4-BE49-F238E27FC236}">
                <a16:creationId xmlns:a16="http://schemas.microsoft.com/office/drawing/2014/main" id="{EEA0CAC5-141B-45E9-8527-F1B50407E7AE}"/>
              </a:ext>
            </a:extLst>
          </p:cNvPr>
          <p:cNvSpPr>
            <a:spLocks xmlns:a="http://schemas.openxmlformats.org/drawingml/2006/main" noGrp="1"/>
          </p:cNvSpPr>
          <p:nvPr/>
        </p:nvSpPr>
        <p:spPr>
          <a:xfrm xmlns:a="http://schemas.openxmlformats.org/drawingml/2006/main">
            <a:off x="609600" y="56197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3615C"/>
                </a:solidFill>
                <a:latin typeface="Arial"/>
                <a:ea typeface="Arial"/>
                <a:cs typeface="Arial"/>
              </a:defRPr>
            </a:defPPr>
            <a:lvl1pPr>
              <a:defRPr sz="1800" b="0">
                <a:solidFill>
                  <a:srgbClr val="53615C"/>
                </a:solidFill>
                <a:latin typeface="Arial"/>
                <a:ea typeface="Arial"/>
                <a:cs typeface="Arial"/>
              </a:defRPr>
            </a:lvl1pPr>
            <a:lvl2pPr>
              <a:defRPr sz="1800" b="0">
                <a:solidFill>
                  <a:srgbClr val="53615C"/>
                </a:solidFill>
                <a:latin typeface="Arial"/>
                <a:ea typeface="Arial"/>
                <a:cs typeface="Arial"/>
              </a:defRPr>
            </a:lvl2pPr>
            <a:lvl3pPr>
              <a:defRPr sz="1800" b="0">
                <a:solidFill>
                  <a:srgbClr val="53615C"/>
                </a:solidFill>
                <a:latin typeface="Arial"/>
                <a:ea typeface="Arial"/>
                <a:cs typeface="Arial"/>
              </a:defRPr>
            </a:lvl3pPr>
            <a:lvl4pPr>
              <a:defRPr sz="1800" b="0">
                <a:solidFill>
                  <a:srgbClr val="53615C"/>
                </a:solidFill>
                <a:latin typeface="Arial"/>
                <a:ea typeface="Arial"/>
                <a:cs typeface="Arial"/>
              </a:defRPr>
            </a:lvl4pPr>
            <a:lvl5pPr>
              <a:defRPr sz="1800" b="0">
                <a:solidFill>
                  <a:srgbClr val="53615C"/>
                </a:solidFill>
                <a:latin typeface="Arial"/>
                <a:ea typeface="Arial"/>
                <a:cs typeface="Arial"/>
              </a:defRPr>
            </a:lvl5pPr>
            <a:lvl6pPr>
              <a:defRPr sz="1800" b="0">
                <a:solidFill>
                  <a:srgbClr val="53615C"/>
                </a:solidFill>
                <a:latin typeface="Arial"/>
                <a:ea typeface="Arial"/>
                <a:cs typeface="Arial"/>
              </a:defRPr>
            </a:lvl6pPr>
            <a:lvl7pPr>
              <a:defRPr sz="1800" b="0">
                <a:solidFill>
                  <a:srgbClr val="53615C"/>
                </a:solidFill>
                <a:latin typeface="Arial"/>
                <a:ea typeface="Arial"/>
                <a:cs typeface="Arial"/>
              </a:defRPr>
            </a:lvl7pPr>
            <a:lvl8pPr>
              <a:defRPr sz="1800" b="0">
                <a:solidFill>
                  <a:srgbClr val="53615C"/>
                </a:solidFill>
                <a:latin typeface="Arial"/>
                <a:ea typeface="Arial"/>
                <a:cs typeface="Arial"/>
              </a:defRPr>
            </a:lvl8pPr>
            <a:lvl9pPr>
              <a:defRPr sz="1800" b="0">
                <a:solidFill>
                  <a:srgbClr val="53615C"/>
                </a:solidFill>
                <a:latin typeface="Arial"/>
                <a:ea typeface="Arial"/>
                <a:cs typeface="Arial"/>
              </a:defRPr>
            </a:lvl9pPr>
          </a:lstStyle>
          <a:p xmlns:a="http://schemas.openxmlformats.org/drawingml/2006/main">
            <a:pPr>
              <a:defRPr sz="1800" b="0">
                <a:solidFill>
                  <a:srgbClr val="53615C"/>
                </a:solidFill>
                <a:latin typeface="Arial"/>
                <a:ea typeface="Arial"/>
                <a:cs typeface="Arial"/>
              </a:defRPr>
            </a:pPr>
            <a:r>
              <a:rPr sz="1800" b="0">
                <a:solidFill>
                  <a:srgbClr val="53615C"/>
                </a:solidFill>
                <a:latin typeface="Arial"/>
                <a:ea typeface="Arial"/>
                <a:cs typeface="Arial"/>
              </a:rPr>
              <a:t>Order by due tick first and sequence second</a:t>
            </a:r>
          </a:p>
        </p:txBody>
      </p:sp>
    </p:spTree>
    <p:extLst>
      <p:ext uri="{BB962C8B-B14F-4D97-AF65-F5344CB8AC3E}">
        <p14:creationId xmlns:p14="http://schemas.microsoft.com/office/powerpoint/2010/main" val="9402453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E22F838-4216-4300-A9D8-AB460D95CF51}"/>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72E29"/>
                </a:solidFill>
                <a:latin typeface="Arial"/>
                <a:ea typeface="Arial"/>
                <a:cs typeface="Arial"/>
              </a:defRPr>
            </a:defPPr>
            <a:lvl1pPr>
              <a:defRPr sz="3300" b="1">
                <a:solidFill>
                  <a:srgbClr val="172E29"/>
                </a:solidFill>
                <a:latin typeface="Arial"/>
                <a:ea typeface="Arial"/>
                <a:cs typeface="Arial"/>
              </a:defRPr>
            </a:lvl1pPr>
            <a:lvl2pPr>
              <a:defRPr sz="3300" b="1">
                <a:solidFill>
                  <a:srgbClr val="172E29"/>
                </a:solidFill>
                <a:latin typeface="Arial"/>
                <a:ea typeface="Arial"/>
                <a:cs typeface="Arial"/>
              </a:defRPr>
            </a:lvl2pPr>
            <a:lvl3pPr>
              <a:defRPr sz="3300" b="1">
                <a:solidFill>
                  <a:srgbClr val="172E29"/>
                </a:solidFill>
                <a:latin typeface="Arial"/>
                <a:ea typeface="Arial"/>
                <a:cs typeface="Arial"/>
              </a:defRPr>
            </a:lvl3pPr>
            <a:lvl4pPr>
              <a:defRPr sz="3300" b="1">
                <a:solidFill>
                  <a:srgbClr val="172E29"/>
                </a:solidFill>
                <a:latin typeface="Arial"/>
                <a:ea typeface="Arial"/>
                <a:cs typeface="Arial"/>
              </a:defRPr>
            </a:lvl4pPr>
            <a:lvl5pPr>
              <a:defRPr sz="3300" b="1">
                <a:solidFill>
                  <a:srgbClr val="172E29"/>
                </a:solidFill>
                <a:latin typeface="Arial"/>
                <a:ea typeface="Arial"/>
                <a:cs typeface="Arial"/>
              </a:defRPr>
            </a:lvl5pPr>
            <a:lvl6pPr>
              <a:defRPr sz="3300" b="1">
                <a:solidFill>
                  <a:srgbClr val="172E29"/>
                </a:solidFill>
                <a:latin typeface="Arial"/>
                <a:ea typeface="Arial"/>
                <a:cs typeface="Arial"/>
              </a:defRPr>
            </a:lvl6pPr>
            <a:lvl7pPr>
              <a:defRPr sz="3300" b="1">
                <a:solidFill>
                  <a:srgbClr val="172E29"/>
                </a:solidFill>
                <a:latin typeface="Arial"/>
                <a:ea typeface="Arial"/>
                <a:cs typeface="Arial"/>
              </a:defRPr>
            </a:lvl7pPr>
            <a:lvl8pPr>
              <a:defRPr sz="3300" b="1">
                <a:solidFill>
                  <a:srgbClr val="172E29"/>
                </a:solidFill>
                <a:latin typeface="Arial"/>
                <a:ea typeface="Arial"/>
                <a:cs typeface="Arial"/>
              </a:defRPr>
            </a:lvl8pPr>
            <a:lvl9pPr>
              <a:defRPr sz="3300" b="1">
                <a:solidFill>
                  <a:srgbClr val="172E29"/>
                </a:solidFill>
                <a:latin typeface="Arial"/>
                <a:ea typeface="Arial"/>
                <a:cs typeface="Arial"/>
              </a:defRPr>
            </a:lvl9pPr>
          </a:lstStyle>
          <a:p xmlns:a="http://schemas.openxmlformats.org/drawingml/2006/main">
            <a:pPr>
              <a:defRPr sz="3300" b="1">
                <a:solidFill>
                  <a:srgbClr val="172E29"/>
                </a:solidFill>
                <a:latin typeface="Arial"/>
                <a:ea typeface="Arial"/>
                <a:cs typeface="Arial"/>
              </a:defRPr>
            </a:pPr>
            <a:r>
              <a:rPr sz="3300" b="1">
                <a:solidFill>
                  <a:srgbClr val="172E29"/>
                </a:solidFill>
                <a:latin typeface="Arial"/>
                <a:ea typeface="Arial"/>
                <a:cs typeface="Arial"/>
              </a:rPr>
              <a:t>AVL rotations keep scores balanced</a:t>
            </a:r>
          </a:p>
        </p:txBody>
      </p:sp>
      <p:sp>
        <p:nvSpPr>
          <p:cNvPr id="2" name="">
            <a:extLst xmlns:a="http://schemas.openxmlformats.org/drawingml/2006/main">
              <a:ext uri="{FF2B5EF4-FFF2-40B4-BE49-F238E27FC236}">
                <a16:creationId xmlns:a16="http://schemas.microsoft.com/office/drawing/2014/main" id="{6FFE2509-0A71-45DB-AE8E-7D9D96071FA5}"/>
              </a:ext>
            </a:extLst>
          </p:cNvPr>
          <p:cNvSpPr>
            <a:spLocks xmlns:a="http://schemas.openxmlformats.org/drawingml/2006/main" noGrp="1"/>
          </p:cNvSpPr>
          <p:nvPr/>
        </p:nvSpPr>
        <p:spPr>
          <a:xfrm xmlns:a="http://schemas.openxmlformats.org/drawingml/2006/main">
            <a:off x="10991850" y="630555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3615C"/>
                </a:solidFill>
                <a:latin typeface="Arial"/>
                <a:ea typeface="Arial"/>
                <a:cs typeface="Arial"/>
              </a:defRPr>
            </a:defPPr>
            <a:lvl1pPr>
              <a:defRPr sz="1200" b="0">
                <a:solidFill>
                  <a:srgbClr val="53615C"/>
                </a:solidFill>
                <a:latin typeface="Arial"/>
                <a:ea typeface="Arial"/>
                <a:cs typeface="Arial"/>
              </a:defRPr>
            </a:lvl1pPr>
            <a:lvl2pPr>
              <a:defRPr sz="1200" b="0">
                <a:solidFill>
                  <a:srgbClr val="53615C"/>
                </a:solidFill>
                <a:latin typeface="Arial"/>
                <a:ea typeface="Arial"/>
                <a:cs typeface="Arial"/>
              </a:defRPr>
            </a:lvl2pPr>
            <a:lvl3pPr>
              <a:defRPr sz="1200" b="0">
                <a:solidFill>
                  <a:srgbClr val="53615C"/>
                </a:solidFill>
                <a:latin typeface="Arial"/>
                <a:ea typeface="Arial"/>
                <a:cs typeface="Arial"/>
              </a:defRPr>
            </a:lvl3pPr>
            <a:lvl4pPr>
              <a:defRPr sz="1200" b="0">
                <a:solidFill>
                  <a:srgbClr val="53615C"/>
                </a:solidFill>
                <a:latin typeface="Arial"/>
                <a:ea typeface="Arial"/>
                <a:cs typeface="Arial"/>
              </a:defRPr>
            </a:lvl4pPr>
            <a:lvl5pPr>
              <a:defRPr sz="1200" b="0">
                <a:solidFill>
                  <a:srgbClr val="53615C"/>
                </a:solidFill>
                <a:latin typeface="Arial"/>
                <a:ea typeface="Arial"/>
                <a:cs typeface="Arial"/>
              </a:defRPr>
            </a:lvl5pPr>
            <a:lvl6pPr>
              <a:defRPr sz="1200" b="0">
                <a:solidFill>
                  <a:srgbClr val="53615C"/>
                </a:solidFill>
                <a:latin typeface="Arial"/>
                <a:ea typeface="Arial"/>
                <a:cs typeface="Arial"/>
              </a:defRPr>
            </a:lvl6pPr>
            <a:lvl7pPr>
              <a:defRPr sz="1200" b="0">
                <a:solidFill>
                  <a:srgbClr val="53615C"/>
                </a:solidFill>
                <a:latin typeface="Arial"/>
                <a:ea typeface="Arial"/>
                <a:cs typeface="Arial"/>
              </a:defRPr>
            </a:lvl7pPr>
            <a:lvl8pPr>
              <a:defRPr sz="1200" b="0">
                <a:solidFill>
                  <a:srgbClr val="53615C"/>
                </a:solidFill>
                <a:latin typeface="Arial"/>
                <a:ea typeface="Arial"/>
                <a:cs typeface="Arial"/>
              </a:defRPr>
            </a:lvl8pPr>
            <a:lvl9pPr>
              <a:defRPr sz="1200" b="0">
                <a:solidFill>
                  <a:srgbClr val="53615C"/>
                </a:solidFill>
                <a:latin typeface="Arial"/>
                <a:ea typeface="Arial"/>
                <a:cs typeface="Arial"/>
              </a:defRPr>
            </a:lvl9pPr>
          </a:lstStyle>
          <a:p xmlns:a="http://schemas.openxmlformats.org/drawingml/2006/main">
            <a:pPr>
              <a:defRPr sz="1200" b="0">
                <a:solidFill>
                  <a:srgbClr val="53615C"/>
                </a:solidFill>
                <a:latin typeface="Arial"/>
                <a:ea typeface="Arial"/>
                <a:cs typeface="Arial"/>
              </a:defRPr>
            </a:pPr>
            <a:r>
              <a:rPr sz="1200" b="0">
                <a:solidFill>
                  <a:srgbClr val="53615C"/>
                </a:solidFill>
                <a:latin typeface="Arial"/>
                <a:ea typeface="Arial"/>
                <a:cs typeface="Arial"/>
              </a:rPr>
              <a:t>07</a:t>
            </a:r>
          </a:p>
        </p:txBody>
      </p:sp>
      <p:graphicFrame>
        <p:nvGraphicFramePr>
          <p:cNvPr id="3" name="">
            <a:extLst xmlns:a="http://schemas.openxmlformats.org/drawingml/2006/main">
              <a:ext uri="{FF2B5EF4-FFF2-40B4-BE49-F238E27FC236}">
                <a16:creationId xmlns:a16="http://schemas.microsoft.com/office/drawing/2014/main" id="{807C4D58-227E-46D5-ADFE-22A4EF8F69AC}"/>
              </a:ext>
            </a:extLst>
          </p:cNvPr>
          <p:cNvGraphicFramePr/>
          <p:nvPr/>
        </p:nvGraphicFramePr>
        <p:xfrm>
          <a:off xmlns:a="http://schemas.openxmlformats.org/drawingml/2006/main" x="609600" y="1714500"/>
          <a:ext xmlns:a="http://schemas.openxmlformats.org/drawingml/2006/main" cx="10972800" cy="3333750"/>
        </p:xfrm>
        <a:graphic xmlns:a="http://schemas.openxmlformats.org/drawingml/2006/main">
          <a:graphicData uri="http://schemas.openxmlformats.org/drawingml/2006/table">
            <a:tbl>
              <a:tblPr/>
              <a:tblGrid>
                <a:gridCol w="1238250"/>
                <a:gridCol w="3905250"/>
                <a:gridCol w="5829300"/>
              </a:tblGrid>
              <a:tr h="666750">
                <a:tc>
                  <a:txBody>
                    <a:bodyPr lIns="133350" tIns="133350" rIns="133350" bIns="133350"/>
                    <a:lstStyle/>
                    <a:p>
                      <a:r>
                        <a:rPr sz="1725" b="1">
                          <a:solidFill>
                            <a:srgbClr val="FFFFFF"/>
                          </a:solidFill>
                          <a:latin typeface="Arial"/>
                          <a:ea typeface="Arial"/>
                          <a:cs typeface="Arial"/>
                        </a:rPr>
                        <a:t>Case</a:t>
                      </a:r>
                    </a:p>
                  </a:txBody>
                  <a:tcPr marL="91440" marR="91440" marT="45720" marB="45720" anchor="ctr">
                    <a:lnL w="9525">
                      <a:solidFill>
                        <a:srgbClr val="D6E0DA"/>
                      </a:solidFill>
                      <a:prstDash val="solid"/>
                    </a:lnL>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c>
                  <a:txBody>
                    <a:bodyPr lIns="133350" tIns="133350" rIns="133350" bIns="133350"/>
                    <a:lstStyle/>
                    <a:p>
                      <a:r>
                        <a:rPr sz="1725" b="1">
                          <a:solidFill>
                            <a:srgbClr val="FFFFFF"/>
                          </a:solidFill>
                          <a:latin typeface="Arial"/>
                          <a:ea typeface="Arial"/>
                          <a:cs typeface="Arial"/>
                        </a:rPr>
                        <a:t>Inserted scores</a:t>
                      </a:r>
                    </a:p>
                  </a:txBody>
                  <a:tcPr marL="91440" marR="91440" marT="45720" marB="45720" anchor="ctr">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c>
                  <a:txBody>
                    <a:bodyPr lIns="133350" tIns="133350" rIns="133350" bIns="133350"/>
                    <a:lstStyle/>
                    <a:p>
                      <a:r>
                        <a:rPr sz="1725" b="1">
                          <a:solidFill>
                            <a:srgbClr val="FFFFFF"/>
                          </a:solidFill>
                          <a:latin typeface="Arial"/>
                          <a:ea typeface="Arial"/>
                          <a:cs typeface="Arial"/>
                        </a:rPr>
                        <a:t>Repair</a:t>
                      </a:r>
                    </a:p>
                  </a:txBody>
                  <a:tcPr marL="91440" marR="91440" marT="45720" marB="45720" anchor="ctr">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r>
              <a:tr h="666750">
                <a:tc>
                  <a:txBody>
                    <a:bodyPr lIns="133350" tIns="133350" rIns="133350" bIns="133350"/>
                    <a:lstStyle/>
                    <a:p>
                      <a:r>
                        <a:rPr sz="1725" b="0">
                          <a:solidFill>
                            <a:srgbClr val="172E29"/>
                          </a:solidFill>
                          <a:latin typeface="Arial"/>
                          <a:ea typeface="Arial"/>
                          <a:cs typeface="Arial"/>
                        </a:rPr>
                        <a:t>LL</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30, 20, 10</a:t>
                      </a:r>
                    </a:p>
                  </a:txBody>
                  <a:tcPr marL="91440" marR="91440" marT="45720" marB="45720" anchor="ctr">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Rotate right</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r h="666750">
                <a:tc>
                  <a:txBody>
                    <a:bodyPr lIns="133350" tIns="133350" rIns="133350" bIns="133350"/>
                    <a:lstStyle/>
                    <a:p>
                      <a:r>
                        <a:rPr sz="1725" b="0">
                          <a:solidFill>
                            <a:srgbClr val="172E29"/>
                          </a:solidFill>
                          <a:latin typeface="Arial"/>
                          <a:ea typeface="Arial"/>
                          <a:cs typeface="Arial"/>
                        </a:rPr>
                        <a:t>RR</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10, 20, 30</a:t>
                      </a:r>
                    </a:p>
                  </a:txBody>
                  <a:tcPr marL="91440" marR="91440" marT="45720" marB="45720" anchor="ctr">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Rotate left</a:t>
                      </a:r>
                    </a:p>
                  </a:txBody>
                  <a:tcPr marL="91440" marR="91440" marT="45720" marB="45720" anchor="ctr">
                    <a:lnR w="9525">
                      <a:solidFill>
                        <a:srgbClr val="D6E0DA"/>
                      </a:solidFill>
                      <a:prstDash val="solid"/>
                    </a:lnR>
                    <a:lnB w="9525">
                      <a:solidFill>
                        <a:srgbClr val="D6E0DA"/>
                      </a:solidFill>
                      <a:prstDash val="solid"/>
                    </a:lnB>
                    <a:solidFill>
                      <a:srgbClr val="FFFFFF"/>
                    </a:solidFill>
                  </a:tcPr>
                </a:tc>
              </a:tr>
              <a:tr h="666750">
                <a:tc>
                  <a:txBody>
                    <a:bodyPr lIns="133350" tIns="133350" rIns="133350" bIns="133350"/>
                    <a:lstStyle/>
                    <a:p>
                      <a:r>
                        <a:rPr sz="1725" b="0">
                          <a:solidFill>
                            <a:srgbClr val="172E29"/>
                          </a:solidFill>
                          <a:latin typeface="Arial"/>
                          <a:ea typeface="Arial"/>
                          <a:cs typeface="Arial"/>
                        </a:rPr>
                        <a:t>LR</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30, 10, 20</a:t>
                      </a:r>
                    </a:p>
                  </a:txBody>
                  <a:tcPr marL="91440" marR="91440" marT="45720" marB="45720" anchor="ctr">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Left at child, then right</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r h="666750">
                <a:tc>
                  <a:txBody>
                    <a:bodyPr lIns="133350" tIns="133350" rIns="133350" bIns="133350"/>
                    <a:lstStyle/>
                    <a:p>
                      <a:r>
                        <a:rPr sz="1725" b="0">
                          <a:solidFill>
                            <a:srgbClr val="172E29"/>
                          </a:solidFill>
                          <a:latin typeface="Arial"/>
                          <a:ea typeface="Arial"/>
                          <a:cs typeface="Arial"/>
                        </a:rPr>
                        <a:t>RL</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10, 30, 20</a:t>
                      </a:r>
                    </a:p>
                  </a:txBody>
                  <a:tcPr marL="91440" marR="91440" marT="45720" marB="45720" anchor="ctr">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Right at child, then left</a:t>
                      </a:r>
                    </a:p>
                  </a:txBody>
                  <a:tcPr marL="91440" marR="91440" marT="45720" marB="45720" anchor="ctr">
                    <a:lnR w="9525">
                      <a:solidFill>
                        <a:srgbClr val="D6E0DA"/>
                      </a:solidFill>
                      <a:prstDash val="solid"/>
                    </a:lnR>
                    <a:lnB w="9525">
                      <a:solidFill>
                        <a:srgbClr val="D6E0D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8132EF0-3055-4905-A7CB-B468BCEC2674}"/>
              </a:ext>
            </a:extLst>
          </p:cNvPr>
          <p:cNvSpPr>
            <a:spLocks xmlns:a="http://schemas.openxmlformats.org/drawingml/2006/main" noGrp="1"/>
          </p:cNvSpPr>
          <p:nvPr/>
        </p:nvSpPr>
        <p:spPr>
          <a:xfrm xmlns:a="http://schemas.openxmlformats.org/drawingml/2006/main">
            <a:off x="609600" y="56197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3615C"/>
                </a:solidFill>
                <a:latin typeface="Arial"/>
                <a:ea typeface="Arial"/>
                <a:cs typeface="Arial"/>
              </a:defRPr>
            </a:defPPr>
            <a:lvl1pPr>
              <a:defRPr sz="1800" b="0">
                <a:solidFill>
                  <a:srgbClr val="53615C"/>
                </a:solidFill>
                <a:latin typeface="Arial"/>
                <a:ea typeface="Arial"/>
                <a:cs typeface="Arial"/>
              </a:defRPr>
            </a:lvl1pPr>
            <a:lvl2pPr>
              <a:defRPr sz="1800" b="0">
                <a:solidFill>
                  <a:srgbClr val="53615C"/>
                </a:solidFill>
                <a:latin typeface="Arial"/>
                <a:ea typeface="Arial"/>
                <a:cs typeface="Arial"/>
              </a:defRPr>
            </a:lvl2pPr>
            <a:lvl3pPr>
              <a:defRPr sz="1800" b="0">
                <a:solidFill>
                  <a:srgbClr val="53615C"/>
                </a:solidFill>
                <a:latin typeface="Arial"/>
                <a:ea typeface="Arial"/>
                <a:cs typeface="Arial"/>
              </a:defRPr>
            </a:lvl3pPr>
            <a:lvl4pPr>
              <a:defRPr sz="1800" b="0">
                <a:solidFill>
                  <a:srgbClr val="53615C"/>
                </a:solidFill>
                <a:latin typeface="Arial"/>
                <a:ea typeface="Arial"/>
                <a:cs typeface="Arial"/>
              </a:defRPr>
            </a:lvl4pPr>
            <a:lvl5pPr>
              <a:defRPr sz="1800" b="0">
                <a:solidFill>
                  <a:srgbClr val="53615C"/>
                </a:solidFill>
                <a:latin typeface="Arial"/>
                <a:ea typeface="Arial"/>
                <a:cs typeface="Arial"/>
              </a:defRPr>
            </a:lvl5pPr>
            <a:lvl6pPr>
              <a:defRPr sz="1800" b="0">
                <a:solidFill>
                  <a:srgbClr val="53615C"/>
                </a:solidFill>
                <a:latin typeface="Arial"/>
                <a:ea typeface="Arial"/>
                <a:cs typeface="Arial"/>
              </a:defRPr>
            </a:lvl6pPr>
            <a:lvl7pPr>
              <a:defRPr sz="1800" b="0">
                <a:solidFill>
                  <a:srgbClr val="53615C"/>
                </a:solidFill>
                <a:latin typeface="Arial"/>
                <a:ea typeface="Arial"/>
                <a:cs typeface="Arial"/>
              </a:defRPr>
            </a:lvl7pPr>
            <a:lvl8pPr>
              <a:defRPr sz="1800" b="0">
                <a:solidFill>
                  <a:srgbClr val="53615C"/>
                </a:solidFill>
                <a:latin typeface="Arial"/>
                <a:ea typeface="Arial"/>
                <a:cs typeface="Arial"/>
              </a:defRPr>
            </a:lvl8pPr>
            <a:lvl9pPr>
              <a:defRPr sz="1800" b="0">
                <a:solidFill>
                  <a:srgbClr val="53615C"/>
                </a:solidFill>
                <a:latin typeface="Arial"/>
                <a:ea typeface="Arial"/>
                <a:cs typeface="Arial"/>
              </a:defRPr>
            </a:lvl9pPr>
          </a:lstStyle>
          <a:p xmlns:a="http://schemas.openxmlformats.org/drawingml/2006/main">
            <a:pPr>
              <a:defRPr sz="1800" b="0">
                <a:solidFill>
                  <a:srgbClr val="53615C"/>
                </a:solidFill>
                <a:latin typeface="Arial"/>
                <a:ea typeface="Arial"/>
                <a:cs typeface="Arial"/>
              </a:defRPr>
            </a:pPr>
            <a:r>
              <a:rPr sz="1800" b="0">
                <a:solidFill>
                  <a:srgbClr val="53615C"/>
                </a:solidFill>
                <a:latin typeface="Arial"/>
                <a:ea typeface="Arial"/>
                <a:cs typeface="Arial"/>
              </a:rPr>
              <a:t>Key: (score, result ID). Descending traversal retains score ties</a:t>
            </a:r>
          </a:p>
        </p:txBody>
      </p:sp>
    </p:spTree>
    <p:extLst>
      <p:ext uri="{BB962C8B-B14F-4D97-AF65-F5344CB8AC3E}">
        <p14:creationId xmlns:p14="http://schemas.microsoft.com/office/powerpoint/2010/main" val="16748809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30EF338-88F8-4BA1-85DE-B9C4DFBD8EE6}"/>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72E29"/>
                </a:solidFill>
                <a:latin typeface="Arial"/>
                <a:ea typeface="Arial"/>
                <a:cs typeface="Arial"/>
              </a:defRPr>
            </a:defPPr>
            <a:lvl1pPr>
              <a:defRPr sz="3300" b="1">
                <a:solidFill>
                  <a:srgbClr val="172E29"/>
                </a:solidFill>
                <a:latin typeface="Arial"/>
                <a:ea typeface="Arial"/>
                <a:cs typeface="Arial"/>
              </a:defRPr>
            </a:lvl1pPr>
            <a:lvl2pPr>
              <a:defRPr sz="3300" b="1">
                <a:solidFill>
                  <a:srgbClr val="172E29"/>
                </a:solidFill>
                <a:latin typeface="Arial"/>
                <a:ea typeface="Arial"/>
                <a:cs typeface="Arial"/>
              </a:defRPr>
            </a:lvl2pPr>
            <a:lvl3pPr>
              <a:defRPr sz="3300" b="1">
                <a:solidFill>
                  <a:srgbClr val="172E29"/>
                </a:solidFill>
                <a:latin typeface="Arial"/>
                <a:ea typeface="Arial"/>
                <a:cs typeface="Arial"/>
              </a:defRPr>
            </a:lvl3pPr>
            <a:lvl4pPr>
              <a:defRPr sz="3300" b="1">
                <a:solidFill>
                  <a:srgbClr val="172E29"/>
                </a:solidFill>
                <a:latin typeface="Arial"/>
                <a:ea typeface="Arial"/>
                <a:cs typeface="Arial"/>
              </a:defRPr>
            </a:lvl4pPr>
            <a:lvl5pPr>
              <a:defRPr sz="3300" b="1">
                <a:solidFill>
                  <a:srgbClr val="172E29"/>
                </a:solidFill>
                <a:latin typeface="Arial"/>
                <a:ea typeface="Arial"/>
                <a:cs typeface="Arial"/>
              </a:defRPr>
            </a:lvl5pPr>
            <a:lvl6pPr>
              <a:defRPr sz="3300" b="1">
                <a:solidFill>
                  <a:srgbClr val="172E29"/>
                </a:solidFill>
                <a:latin typeface="Arial"/>
                <a:ea typeface="Arial"/>
                <a:cs typeface="Arial"/>
              </a:defRPr>
            </a:lvl6pPr>
            <a:lvl7pPr>
              <a:defRPr sz="3300" b="1">
                <a:solidFill>
                  <a:srgbClr val="172E29"/>
                </a:solidFill>
                <a:latin typeface="Arial"/>
                <a:ea typeface="Arial"/>
                <a:cs typeface="Arial"/>
              </a:defRPr>
            </a:lvl7pPr>
            <a:lvl8pPr>
              <a:defRPr sz="3300" b="1">
                <a:solidFill>
                  <a:srgbClr val="172E29"/>
                </a:solidFill>
                <a:latin typeface="Arial"/>
                <a:ea typeface="Arial"/>
                <a:cs typeface="Arial"/>
              </a:defRPr>
            </a:lvl8pPr>
            <a:lvl9pPr>
              <a:defRPr sz="3300" b="1">
                <a:solidFill>
                  <a:srgbClr val="172E29"/>
                </a:solidFill>
                <a:latin typeface="Arial"/>
                <a:ea typeface="Arial"/>
                <a:cs typeface="Arial"/>
              </a:defRPr>
            </a:lvl9pPr>
          </a:lstStyle>
          <a:p xmlns:a="http://schemas.openxmlformats.org/drawingml/2006/main">
            <a:pPr>
              <a:defRPr sz="3300" b="1">
                <a:solidFill>
                  <a:srgbClr val="172E29"/>
                </a:solidFill>
                <a:latin typeface="Arial"/>
                <a:ea typeface="Arial"/>
                <a:cs typeface="Arial"/>
              </a:defRPr>
            </a:pPr>
            <a:r>
              <a:rPr sz="3300" b="1">
                <a:solidFill>
                  <a:srgbClr val="172E29"/>
                </a:solidFill>
                <a:latin typeface="Arial"/>
                <a:ea typeface="Arial"/>
                <a:cs typeface="Arial"/>
              </a:rPr>
              <a:t>Complexity and implementation tradeoffs</a:t>
            </a:r>
          </a:p>
        </p:txBody>
      </p:sp>
      <p:sp>
        <p:nvSpPr>
          <p:cNvPr id="2" name="">
            <a:extLst xmlns:a="http://schemas.openxmlformats.org/drawingml/2006/main">
              <a:ext uri="{FF2B5EF4-FFF2-40B4-BE49-F238E27FC236}">
                <a16:creationId xmlns:a16="http://schemas.microsoft.com/office/drawing/2014/main" id="{FAA51D9F-5423-4F44-B586-90F1A5CFE4B3}"/>
              </a:ext>
            </a:extLst>
          </p:cNvPr>
          <p:cNvSpPr>
            <a:spLocks xmlns:a="http://schemas.openxmlformats.org/drawingml/2006/main" noGrp="1"/>
          </p:cNvSpPr>
          <p:nvPr/>
        </p:nvSpPr>
        <p:spPr>
          <a:xfrm xmlns:a="http://schemas.openxmlformats.org/drawingml/2006/main">
            <a:off x="10991850" y="630555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3615C"/>
                </a:solidFill>
                <a:latin typeface="Arial"/>
                <a:ea typeface="Arial"/>
                <a:cs typeface="Arial"/>
              </a:defRPr>
            </a:defPPr>
            <a:lvl1pPr>
              <a:defRPr sz="1200" b="0">
                <a:solidFill>
                  <a:srgbClr val="53615C"/>
                </a:solidFill>
                <a:latin typeface="Arial"/>
                <a:ea typeface="Arial"/>
                <a:cs typeface="Arial"/>
              </a:defRPr>
            </a:lvl1pPr>
            <a:lvl2pPr>
              <a:defRPr sz="1200" b="0">
                <a:solidFill>
                  <a:srgbClr val="53615C"/>
                </a:solidFill>
                <a:latin typeface="Arial"/>
                <a:ea typeface="Arial"/>
                <a:cs typeface="Arial"/>
              </a:defRPr>
            </a:lvl2pPr>
            <a:lvl3pPr>
              <a:defRPr sz="1200" b="0">
                <a:solidFill>
                  <a:srgbClr val="53615C"/>
                </a:solidFill>
                <a:latin typeface="Arial"/>
                <a:ea typeface="Arial"/>
                <a:cs typeface="Arial"/>
              </a:defRPr>
            </a:lvl3pPr>
            <a:lvl4pPr>
              <a:defRPr sz="1200" b="0">
                <a:solidFill>
                  <a:srgbClr val="53615C"/>
                </a:solidFill>
                <a:latin typeface="Arial"/>
                <a:ea typeface="Arial"/>
                <a:cs typeface="Arial"/>
              </a:defRPr>
            </a:lvl4pPr>
            <a:lvl5pPr>
              <a:defRPr sz="1200" b="0">
                <a:solidFill>
                  <a:srgbClr val="53615C"/>
                </a:solidFill>
                <a:latin typeface="Arial"/>
                <a:ea typeface="Arial"/>
                <a:cs typeface="Arial"/>
              </a:defRPr>
            </a:lvl5pPr>
            <a:lvl6pPr>
              <a:defRPr sz="1200" b="0">
                <a:solidFill>
                  <a:srgbClr val="53615C"/>
                </a:solidFill>
                <a:latin typeface="Arial"/>
                <a:ea typeface="Arial"/>
                <a:cs typeface="Arial"/>
              </a:defRPr>
            </a:lvl6pPr>
            <a:lvl7pPr>
              <a:defRPr sz="1200" b="0">
                <a:solidFill>
                  <a:srgbClr val="53615C"/>
                </a:solidFill>
                <a:latin typeface="Arial"/>
                <a:ea typeface="Arial"/>
                <a:cs typeface="Arial"/>
              </a:defRPr>
            </a:lvl7pPr>
            <a:lvl8pPr>
              <a:defRPr sz="1200" b="0">
                <a:solidFill>
                  <a:srgbClr val="53615C"/>
                </a:solidFill>
                <a:latin typeface="Arial"/>
                <a:ea typeface="Arial"/>
                <a:cs typeface="Arial"/>
              </a:defRPr>
            </a:lvl8pPr>
            <a:lvl9pPr>
              <a:defRPr sz="1200" b="0">
                <a:solidFill>
                  <a:srgbClr val="53615C"/>
                </a:solidFill>
                <a:latin typeface="Arial"/>
                <a:ea typeface="Arial"/>
                <a:cs typeface="Arial"/>
              </a:defRPr>
            </a:lvl9pPr>
          </a:lstStyle>
          <a:p xmlns:a="http://schemas.openxmlformats.org/drawingml/2006/main">
            <a:pPr>
              <a:defRPr sz="1200" b="0">
                <a:solidFill>
                  <a:srgbClr val="53615C"/>
                </a:solidFill>
                <a:latin typeface="Arial"/>
                <a:ea typeface="Arial"/>
                <a:cs typeface="Arial"/>
              </a:defRPr>
            </a:pPr>
            <a:r>
              <a:rPr sz="1200" b="0">
                <a:solidFill>
                  <a:srgbClr val="53615C"/>
                </a:solidFill>
                <a:latin typeface="Arial"/>
                <a:ea typeface="Arial"/>
                <a:cs typeface="Arial"/>
              </a:rPr>
              <a:t>08</a:t>
            </a:r>
          </a:p>
        </p:txBody>
      </p:sp>
      <p:graphicFrame>
        <p:nvGraphicFramePr>
          <p:cNvPr id="3" name="">
            <a:extLst xmlns:a="http://schemas.openxmlformats.org/drawingml/2006/main">
              <a:ext uri="{FF2B5EF4-FFF2-40B4-BE49-F238E27FC236}">
                <a16:creationId xmlns:a16="http://schemas.microsoft.com/office/drawing/2014/main" id="{C5739AA4-22F9-4C49-8DF3-CF5E76F466DC}"/>
              </a:ext>
            </a:extLst>
          </p:cNvPr>
          <p:cNvGraphicFramePr/>
          <p:nvPr/>
        </p:nvGraphicFramePr>
        <p:xfrm>
          <a:off xmlns:a="http://schemas.openxmlformats.org/drawingml/2006/main" x="609600" y="1619250"/>
          <a:ext xmlns:a="http://schemas.openxmlformats.org/drawingml/2006/main" cx="10972800" cy="3714750"/>
        </p:xfrm>
        <a:graphic xmlns:a="http://schemas.openxmlformats.org/drawingml/2006/main">
          <a:graphicData uri="http://schemas.openxmlformats.org/drawingml/2006/table">
            <a:tbl>
              <a:tblPr/>
              <a:tblGrid>
                <a:gridCol w="6191250"/>
                <a:gridCol w="4781550"/>
              </a:tblGrid>
              <a:tr h="619125">
                <a:tc>
                  <a:txBody>
                    <a:bodyPr lIns="133350" tIns="133350" rIns="133350" bIns="133350"/>
                    <a:lstStyle/>
                    <a:p>
                      <a:r>
                        <a:rPr sz="1725" b="1">
                          <a:solidFill>
                            <a:srgbClr val="FFFFFF"/>
                          </a:solidFill>
                          <a:latin typeface="Arial"/>
                          <a:ea typeface="Arial"/>
                          <a:cs typeface="Arial"/>
                        </a:rPr>
                        <a:t>Operation</a:t>
                      </a:r>
                    </a:p>
                  </a:txBody>
                  <a:tcPr marL="91440" marR="91440" marT="45720" marB="45720" anchor="ctr">
                    <a:lnL w="9525">
                      <a:solidFill>
                        <a:srgbClr val="D6E0DA"/>
                      </a:solidFill>
                      <a:prstDash val="solid"/>
                    </a:lnL>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c>
                  <a:txBody>
                    <a:bodyPr lIns="133350" tIns="133350" rIns="133350" bIns="133350"/>
                    <a:lstStyle/>
                    <a:p>
                      <a:r>
                        <a:rPr sz="1725" b="1">
                          <a:solidFill>
                            <a:srgbClr val="FFFFFF"/>
                          </a:solidFill>
                          <a:latin typeface="Arial"/>
                          <a:ea typeface="Arial"/>
                          <a:cs typeface="Arial"/>
                        </a:rPr>
                        <a:t>Current cost</a:t>
                      </a:r>
                    </a:p>
                  </a:txBody>
                  <a:tcPr marL="91440" marR="91440" marT="45720" marB="45720" anchor="ctr">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r>
              <a:tr h="619125">
                <a:tc>
                  <a:txBody>
                    <a:bodyPr lIns="133350" tIns="133350" rIns="133350" bIns="133350"/>
                    <a:lstStyle/>
                    <a:p>
                      <a:r>
                        <a:rPr sz="1725" b="0">
                          <a:solidFill>
                            <a:srgbClr val="172E29"/>
                          </a:solidFill>
                          <a:latin typeface="Arial"/>
                          <a:ea typeface="Arial"/>
                          <a:cs typeface="Arial"/>
                        </a:rPr>
                        <a:t>Array append</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Amortized O(1)</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r h="619125">
                <a:tc>
                  <a:txBody>
                    <a:bodyPr lIns="133350" tIns="133350" rIns="133350" bIns="133350"/>
                    <a:lstStyle/>
                    <a:p>
                      <a:r>
                        <a:rPr sz="1725" b="0">
                          <a:solidFill>
                            <a:srgbClr val="172E29"/>
                          </a:solidFill>
                          <a:latin typeface="Arial"/>
                          <a:ea typeface="Arial"/>
                          <a:cs typeface="Arial"/>
                        </a:rPr>
                        <a:t>Hash lookup</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Expected O(1), worst O(n)</a:t>
                      </a:r>
                    </a:p>
                  </a:txBody>
                  <a:tcPr marL="91440" marR="91440" marT="45720" marB="45720" anchor="ctr">
                    <a:lnR w="9525">
                      <a:solidFill>
                        <a:srgbClr val="D6E0DA"/>
                      </a:solidFill>
                      <a:prstDash val="solid"/>
                    </a:lnR>
                    <a:lnB w="9525">
                      <a:solidFill>
                        <a:srgbClr val="D6E0DA"/>
                      </a:solidFill>
                      <a:prstDash val="solid"/>
                    </a:lnB>
                    <a:solidFill>
                      <a:srgbClr val="FFFFFF"/>
                    </a:solidFill>
                  </a:tcPr>
                </a:tc>
              </a:tr>
              <a:tr h="619125">
                <a:tc>
                  <a:txBody>
                    <a:bodyPr lIns="133350" tIns="133350" rIns="133350" bIns="133350"/>
                    <a:lstStyle/>
                    <a:p>
                      <a:r>
                        <a:rPr sz="1725" b="0">
                          <a:solidFill>
                            <a:srgbClr val="172E29"/>
                          </a:solidFill>
                          <a:latin typeface="Arial"/>
                          <a:ea typeface="Arial"/>
                          <a:cs typeface="Arial"/>
                        </a:rPr>
                        <a:t>Heap insert or remove</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Amortized O(log n)</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r h="619125">
                <a:tc>
                  <a:txBody>
                    <a:bodyPr lIns="133350" tIns="133350" rIns="133350" bIns="133350"/>
                    <a:lstStyle/>
                    <a:p>
                      <a:r>
                        <a:rPr sz="1725" b="0">
                          <a:solidFill>
                            <a:srgbClr val="172E29"/>
                          </a:solidFill>
                          <a:latin typeface="Arial"/>
                          <a:ea typeface="Arial"/>
                          <a:cs typeface="Arial"/>
                        </a:rPr>
                        <a:t>AVL full-key lookup</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O(log n)</a:t>
                      </a:r>
                    </a:p>
                  </a:txBody>
                  <a:tcPr marL="91440" marR="91440" marT="45720" marB="45720" anchor="ctr">
                    <a:lnR w="9525">
                      <a:solidFill>
                        <a:srgbClr val="D6E0DA"/>
                      </a:solidFill>
                      <a:prstDash val="solid"/>
                    </a:lnR>
                    <a:lnB w="9525">
                      <a:solidFill>
                        <a:srgbClr val="D6E0DA"/>
                      </a:solidFill>
                      <a:prstDash val="solid"/>
                    </a:lnB>
                    <a:solidFill>
                      <a:srgbClr val="FFFFFF"/>
                    </a:solidFill>
                  </a:tcPr>
                </a:tc>
              </a:tr>
              <a:tr h="619125">
                <a:tc>
                  <a:txBody>
                    <a:bodyPr lIns="133350" tIns="133350" rIns="133350" bIns="133350"/>
                    <a:lstStyle/>
                    <a:p>
                      <a:r>
                        <a:rPr sz="1725" b="0">
                          <a:solidFill>
                            <a:srgbClr val="172E29"/>
                          </a:solidFill>
                          <a:latin typeface="Arial"/>
                          <a:ea typeface="Arial"/>
                          <a:cs typeface="Arial"/>
                        </a:rPr>
                        <a:t>AVL public add with ID check</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O(n)</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bl>
          </a:graphicData>
        </a:graphic>
      </p:graphicFrame>
      <p:sp>
        <p:nvSpPr>
          <p:cNvPr id="4" name="">
            <a:extLst xmlns:a="http://schemas.openxmlformats.org/drawingml/2006/main">
              <a:ext uri="{FF2B5EF4-FFF2-40B4-BE49-F238E27FC236}">
                <a16:creationId xmlns:a16="http://schemas.microsoft.com/office/drawing/2014/main" id="{02B82E91-C9D8-4420-877F-CFA9A77C5637}"/>
              </a:ext>
            </a:extLst>
          </p:cNvPr>
          <p:cNvSpPr>
            <a:spLocks xmlns:a="http://schemas.openxmlformats.org/drawingml/2006/main" noGrp="1"/>
          </p:cNvSpPr>
          <p:nvPr/>
        </p:nvSpPr>
        <p:spPr>
          <a:xfrm xmlns:a="http://schemas.openxmlformats.org/drawingml/2006/main">
            <a:off x="609600" y="56197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3615C"/>
                </a:solidFill>
                <a:latin typeface="Arial"/>
                <a:ea typeface="Arial"/>
                <a:cs typeface="Arial"/>
              </a:defRPr>
            </a:defPPr>
            <a:lvl1pPr>
              <a:defRPr sz="1800" b="0">
                <a:solidFill>
                  <a:srgbClr val="53615C"/>
                </a:solidFill>
                <a:latin typeface="Arial"/>
                <a:ea typeface="Arial"/>
                <a:cs typeface="Arial"/>
              </a:defRPr>
            </a:lvl1pPr>
            <a:lvl2pPr>
              <a:defRPr sz="1800" b="0">
                <a:solidFill>
                  <a:srgbClr val="53615C"/>
                </a:solidFill>
                <a:latin typeface="Arial"/>
                <a:ea typeface="Arial"/>
                <a:cs typeface="Arial"/>
              </a:defRPr>
            </a:lvl2pPr>
            <a:lvl3pPr>
              <a:defRPr sz="1800" b="0">
                <a:solidFill>
                  <a:srgbClr val="53615C"/>
                </a:solidFill>
                <a:latin typeface="Arial"/>
                <a:ea typeface="Arial"/>
                <a:cs typeface="Arial"/>
              </a:defRPr>
            </a:lvl3pPr>
            <a:lvl4pPr>
              <a:defRPr sz="1800" b="0">
                <a:solidFill>
                  <a:srgbClr val="53615C"/>
                </a:solidFill>
                <a:latin typeface="Arial"/>
                <a:ea typeface="Arial"/>
                <a:cs typeface="Arial"/>
              </a:defRPr>
            </a:lvl4pPr>
            <a:lvl5pPr>
              <a:defRPr sz="1800" b="0">
                <a:solidFill>
                  <a:srgbClr val="53615C"/>
                </a:solidFill>
                <a:latin typeface="Arial"/>
                <a:ea typeface="Arial"/>
                <a:cs typeface="Arial"/>
              </a:defRPr>
            </a:lvl5pPr>
            <a:lvl6pPr>
              <a:defRPr sz="1800" b="0">
                <a:solidFill>
                  <a:srgbClr val="53615C"/>
                </a:solidFill>
                <a:latin typeface="Arial"/>
                <a:ea typeface="Arial"/>
                <a:cs typeface="Arial"/>
              </a:defRPr>
            </a:lvl6pPr>
            <a:lvl7pPr>
              <a:defRPr sz="1800" b="0">
                <a:solidFill>
                  <a:srgbClr val="53615C"/>
                </a:solidFill>
                <a:latin typeface="Arial"/>
                <a:ea typeface="Arial"/>
                <a:cs typeface="Arial"/>
              </a:defRPr>
            </a:lvl7pPr>
            <a:lvl8pPr>
              <a:defRPr sz="1800" b="0">
                <a:solidFill>
                  <a:srgbClr val="53615C"/>
                </a:solidFill>
                <a:latin typeface="Arial"/>
                <a:ea typeface="Arial"/>
                <a:cs typeface="Arial"/>
              </a:defRPr>
            </a:lvl8pPr>
            <a:lvl9pPr>
              <a:defRPr sz="1800" b="0">
                <a:solidFill>
                  <a:srgbClr val="53615C"/>
                </a:solidFill>
                <a:latin typeface="Arial"/>
                <a:ea typeface="Arial"/>
                <a:cs typeface="Arial"/>
              </a:defRPr>
            </a:lvl9pPr>
          </a:lstStyle>
          <a:p xmlns:a="http://schemas.openxmlformats.org/drawingml/2006/main">
            <a:pPr>
              <a:defRPr sz="1800" b="0">
                <a:solidFill>
                  <a:srgbClr val="53615C"/>
                </a:solidFill>
                <a:latin typeface="Arial"/>
                <a:ea typeface="Arial"/>
                <a:cs typeface="Arial"/>
              </a:defRPr>
            </a:pPr>
            <a:r>
              <a:rPr sz="1800" b="0">
                <a:solidFill>
                  <a:srgbClr val="53615C"/>
                </a:solidFill>
                <a:latin typeface="Arial"/>
                <a:ea typeface="Arial"/>
                <a:cs typeface="Arial"/>
              </a:rPr>
              <a:t>Repeated enemy array cleanup can contribute O(e²) per tick</a:t>
            </a:r>
          </a:p>
        </p:txBody>
      </p:sp>
    </p:spTree>
    <p:extLst>
      <p:ext uri="{BB962C8B-B14F-4D97-AF65-F5344CB8AC3E}">
        <p14:creationId xmlns:p14="http://schemas.microsoft.com/office/powerpoint/2010/main" val="196717730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F9A8441-0FED-437A-B4C6-B6856B7B9F9F}"/>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72E29"/>
                </a:solidFill>
                <a:latin typeface="Arial"/>
                <a:ea typeface="Arial"/>
                <a:cs typeface="Arial"/>
              </a:defRPr>
            </a:defPPr>
            <a:lvl1pPr>
              <a:defRPr sz="3300" b="1">
                <a:solidFill>
                  <a:srgbClr val="172E29"/>
                </a:solidFill>
                <a:latin typeface="Arial"/>
                <a:ea typeface="Arial"/>
                <a:cs typeface="Arial"/>
              </a:defRPr>
            </a:lvl1pPr>
            <a:lvl2pPr>
              <a:defRPr sz="3300" b="1">
                <a:solidFill>
                  <a:srgbClr val="172E29"/>
                </a:solidFill>
                <a:latin typeface="Arial"/>
                <a:ea typeface="Arial"/>
                <a:cs typeface="Arial"/>
              </a:defRPr>
            </a:lvl2pPr>
            <a:lvl3pPr>
              <a:defRPr sz="3300" b="1">
                <a:solidFill>
                  <a:srgbClr val="172E29"/>
                </a:solidFill>
                <a:latin typeface="Arial"/>
                <a:ea typeface="Arial"/>
                <a:cs typeface="Arial"/>
              </a:defRPr>
            </a:lvl3pPr>
            <a:lvl4pPr>
              <a:defRPr sz="3300" b="1">
                <a:solidFill>
                  <a:srgbClr val="172E29"/>
                </a:solidFill>
                <a:latin typeface="Arial"/>
                <a:ea typeface="Arial"/>
                <a:cs typeface="Arial"/>
              </a:defRPr>
            </a:lvl4pPr>
            <a:lvl5pPr>
              <a:defRPr sz="3300" b="1">
                <a:solidFill>
                  <a:srgbClr val="172E29"/>
                </a:solidFill>
                <a:latin typeface="Arial"/>
                <a:ea typeface="Arial"/>
                <a:cs typeface="Arial"/>
              </a:defRPr>
            </a:lvl5pPr>
            <a:lvl6pPr>
              <a:defRPr sz="3300" b="1">
                <a:solidFill>
                  <a:srgbClr val="172E29"/>
                </a:solidFill>
                <a:latin typeface="Arial"/>
                <a:ea typeface="Arial"/>
                <a:cs typeface="Arial"/>
              </a:defRPr>
            </a:lvl6pPr>
            <a:lvl7pPr>
              <a:defRPr sz="3300" b="1">
                <a:solidFill>
                  <a:srgbClr val="172E29"/>
                </a:solidFill>
                <a:latin typeface="Arial"/>
                <a:ea typeface="Arial"/>
                <a:cs typeface="Arial"/>
              </a:defRPr>
            </a:lvl7pPr>
            <a:lvl8pPr>
              <a:defRPr sz="3300" b="1">
                <a:solidFill>
                  <a:srgbClr val="172E29"/>
                </a:solidFill>
                <a:latin typeface="Arial"/>
                <a:ea typeface="Arial"/>
                <a:cs typeface="Arial"/>
              </a:defRPr>
            </a:lvl8pPr>
            <a:lvl9pPr>
              <a:defRPr sz="3300" b="1">
                <a:solidFill>
                  <a:srgbClr val="172E29"/>
                </a:solidFill>
                <a:latin typeface="Arial"/>
                <a:ea typeface="Arial"/>
                <a:cs typeface="Arial"/>
              </a:defRPr>
            </a:lvl9pPr>
          </a:lstStyle>
          <a:p xmlns:a="http://schemas.openxmlformats.org/drawingml/2006/main">
            <a:pPr>
              <a:defRPr sz="3300" b="1">
                <a:solidFill>
                  <a:srgbClr val="172E29"/>
                </a:solidFill>
                <a:latin typeface="Arial"/>
                <a:ea typeface="Arial"/>
                <a:cs typeface="Arial"/>
              </a:defRPr>
            </a:pPr>
            <a:r>
              <a:rPr sz="3300" b="1">
                <a:solidFill>
                  <a:srgbClr val="172E29"/>
                </a:solidFill>
                <a:latin typeface="Arial"/>
                <a:ea typeface="Arial"/>
                <a:cs typeface="Arial"/>
              </a:rPr>
              <a:t>Tick order and game invariants</a:t>
            </a:r>
          </a:p>
        </p:txBody>
      </p:sp>
      <p:sp>
        <p:nvSpPr>
          <p:cNvPr id="2" name="">
            <a:extLst xmlns:a="http://schemas.openxmlformats.org/drawingml/2006/main">
              <a:ext uri="{FF2B5EF4-FFF2-40B4-BE49-F238E27FC236}">
                <a16:creationId xmlns:a16="http://schemas.microsoft.com/office/drawing/2014/main" id="{A6553E95-3973-4EED-9FD4-CF540E047058}"/>
              </a:ext>
            </a:extLst>
          </p:cNvPr>
          <p:cNvSpPr>
            <a:spLocks xmlns:a="http://schemas.openxmlformats.org/drawingml/2006/main" noGrp="1"/>
          </p:cNvSpPr>
          <p:nvPr/>
        </p:nvSpPr>
        <p:spPr>
          <a:xfrm xmlns:a="http://schemas.openxmlformats.org/drawingml/2006/main">
            <a:off x="10991850" y="630555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3615C"/>
                </a:solidFill>
                <a:latin typeface="Arial"/>
                <a:ea typeface="Arial"/>
                <a:cs typeface="Arial"/>
              </a:defRPr>
            </a:defPPr>
            <a:lvl1pPr>
              <a:defRPr sz="1200" b="0">
                <a:solidFill>
                  <a:srgbClr val="53615C"/>
                </a:solidFill>
                <a:latin typeface="Arial"/>
                <a:ea typeface="Arial"/>
                <a:cs typeface="Arial"/>
              </a:defRPr>
            </a:lvl1pPr>
            <a:lvl2pPr>
              <a:defRPr sz="1200" b="0">
                <a:solidFill>
                  <a:srgbClr val="53615C"/>
                </a:solidFill>
                <a:latin typeface="Arial"/>
                <a:ea typeface="Arial"/>
                <a:cs typeface="Arial"/>
              </a:defRPr>
            </a:lvl2pPr>
            <a:lvl3pPr>
              <a:defRPr sz="1200" b="0">
                <a:solidFill>
                  <a:srgbClr val="53615C"/>
                </a:solidFill>
                <a:latin typeface="Arial"/>
                <a:ea typeface="Arial"/>
                <a:cs typeface="Arial"/>
              </a:defRPr>
            </a:lvl3pPr>
            <a:lvl4pPr>
              <a:defRPr sz="1200" b="0">
                <a:solidFill>
                  <a:srgbClr val="53615C"/>
                </a:solidFill>
                <a:latin typeface="Arial"/>
                <a:ea typeface="Arial"/>
                <a:cs typeface="Arial"/>
              </a:defRPr>
            </a:lvl4pPr>
            <a:lvl5pPr>
              <a:defRPr sz="1200" b="0">
                <a:solidFill>
                  <a:srgbClr val="53615C"/>
                </a:solidFill>
                <a:latin typeface="Arial"/>
                <a:ea typeface="Arial"/>
                <a:cs typeface="Arial"/>
              </a:defRPr>
            </a:lvl5pPr>
            <a:lvl6pPr>
              <a:defRPr sz="1200" b="0">
                <a:solidFill>
                  <a:srgbClr val="53615C"/>
                </a:solidFill>
                <a:latin typeface="Arial"/>
                <a:ea typeface="Arial"/>
                <a:cs typeface="Arial"/>
              </a:defRPr>
            </a:lvl6pPr>
            <a:lvl7pPr>
              <a:defRPr sz="1200" b="0">
                <a:solidFill>
                  <a:srgbClr val="53615C"/>
                </a:solidFill>
                <a:latin typeface="Arial"/>
                <a:ea typeface="Arial"/>
                <a:cs typeface="Arial"/>
              </a:defRPr>
            </a:lvl7pPr>
            <a:lvl8pPr>
              <a:defRPr sz="1200" b="0">
                <a:solidFill>
                  <a:srgbClr val="53615C"/>
                </a:solidFill>
                <a:latin typeface="Arial"/>
                <a:ea typeface="Arial"/>
                <a:cs typeface="Arial"/>
              </a:defRPr>
            </a:lvl8pPr>
            <a:lvl9pPr>
              <a:defRPr sz="1200" b="0">
                <a:solidFill>
                  <a:srgbClr val="53615C"/>
                </a:solidFill>
                <a:latin typeface="Arial"/>
                <a:ea typeface="Arial"/>
                <a:cs typeface="Arial"/>
              </a:defRPr>
            </a:lvl9pPr>
          </a:lstStyle>
          <a:p xmlns:a="http://schemas.openxmlformats.org/drawingml/2006/main">
            <a:pPr>
              <a:defRPr sz="1200" b="0">
                <a:solidFill>
                  <a:srgbClr val="53615C"/>
                </a:solidFill>
                <a:latin typeface="Arial"/>
                <a:ea typeface="Arial"/>
                <a:cs typeface="Arial"/>
              </a:defRPr>
            </a:pPr>
            <a:r>
              <a:rPr sz="1200" b="0">
                <a:solidFill>
                  <a:srgbClr val="53615C"/>
                </a:solidFill>
                <a:latin typeface="Arial"/>
                <a:ea typeface="Arial"/>
                <a:cs typeface="Arial"/>
              </a:rPr>
              <a:t>09</a:t>
            </a:r>
          </a:p>
        </p:txBody>
      </p:sp>
      <p:graphicFrame>
        <p:nvGraphicFramePr>
          <p:cNvPr id="3" name="">
            <a:extLst xmlns:a="http://schemas.openxmlformats.org/drawingml/2006/main">
              <a:ext uri="{FF2B5EF4-FFF2-40B4-BE49-F238E27FC236}">
                <a16:creationId xmlns:a16="http://schemas.microsoft.com/office/drawing/2014/main" id="{02DE6A3E-3E37-41D2-B9F7-63C9275807AC}"/>
              </a:ext>
            </a:extLst>
          </p:cNvPr>
          <p:cNvGraphicFramePr/>
          <p:nvPr/>
        </p:nvGraphicFramePr>
        <p:xfrm>
          <a:off xmlns:a="http://schemas.openxmlformats.org/drawingml/2006/main" x="609600" y="1666875"/>
          <a:ext xmlns:a="http://schemas.openxmlformats.org/drawingml/2006/main" cx="10972800" cy="3333750"/>
        </p:xfrm>
        <a:graphic xmlns:a="http://schemas.openxmlformats.org/drawingml/2006/main">
          <a:graphicData uri="http://schemas.openxmlformats.org/drawingml/2006/table">
            <a:tbl>
              <a:tblPr/>
              <a:tblGrid>
                <a:gridCol w="1238250"/>
                <a:gridCol w="9734550"/>
              </a:tblGrid>
              <a:tr h="555625">
                <a:tc>
                  <a:txBody>
                    <a:bodyPr lIns="133350" tIns="133350" rIns="133350" bIns="133350"/>
                    <a:lstStyle/>
                    <a:p>
                      <a:r>
                        <a:rPr sz="1725" b="1">
                          <a:solidFill>
                            <a:srgbClr val="FFFFFF"/>
                          </a:solidFill>
                          <a:latin typeface="Arial"/>
                          <a:ea typeface="Arial"/>
                          <a:cs typeface="Arial"/>
                        </a:rPr>
                        <a:t>Phase</a:t>
                      </a:r>
                    </a:p>
                  </a:txBody>
                  <a:tcPr marL="91440" marR="91440" marT="45720" marB="45720" anchor="ctr">
                    <a:lnL w="9525">
                      <a:solidFill>
                        <a:srgbClr val="D6E0DA"/>
                      </a:solidFill>
                      <a:prstDash val="solid"/>
                    </a:lnL>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c>
                  <a:txBody>
                    <a:bodyPr lIns="133350" tIns="133350" rIns="133350" bIns="133350"/>
                    <a:lstStyle/>
                    <a:p>
                      <a:r>
                        <a:rPr sz="1725" b="1">
                          <a:solidFill>
                            <a:srgbClr val="FFFFFF"/>
                          </a:solidFill>
                          <a:latin typeface="Arial"/>
                          <a:ea typeface="Arial"/>
                          <a:cs typeface="Arial"/>
                        </a:rPr>
                        <a:t>Update</a:t>
                      </a:r>
                    </a:p>
                  </a:txBody>
                  <a:tcPr marL="91440" marR="91440" marT="45720" marB="45720" anchor="ctr">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r>
              <a:tr h="555625">
                <a:tc>
                  <a:txBody>
                    <a:bodyPr lIns="133350" tIns="133350" rIns="133350" bIns="133350"/>
                    <a:lstStyle/>
                    <a:p>
                      <a:r>
                        <a:rPr sz="1725" b="0">
                          <a:solidFill>
                            <a:srgbClr val="172E29"/>
                          </a:solidFill>
                          <a:latin typeface="Arial"/>
                          <a:ea typeface="Arial"/>
                          <a:cs typeface="Arial"/>
                        </a:rPr>
                        <a:t>1</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Spawn every due enemy, then move enemies</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r h="555625">
                <a:tc>
                  <a:txBody>
                    <a:bodyPr lIns="133350" tIns="133350" rIns="133350" bIns="133350"/>
                    <a:lstStyle/>
                    <a:p>
                      <a:r>
                        <a:rPr sz="1725" b="0">
                          <a:solidFill>
                            <a:srgbClr val="172E29"/>
                          </a:solidFill>
                          <a:latin typeface="Arial"/>
                          <a:ea typeface="Arial"/>
                          <a:cs typeface="Arial"/>
                        </a:rPr>
                        <a:t>2</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Ready towers select targets and fire</a:t>
                      </a:r>
                    </a:p>
                  </a:txBody>
                  <a:tcPr marL="91440" marR="91440" marT="45720" marB="45720" anchor="ctr">
                    <a:lnR w="9525">
                      <a:solidFill>
                        <a:srgbClr val="D6E0DA"/>
                      </a:solidFill>
                      <a:prstDash val="solid"/>
                    </a:lnR>
                    <a:lnB w="9525">
                      <a:solidFill>
                        <a:srgbClr val="D6E0DA"/>
                      </a:solidFill>
                      <a:prstDash val="solid"/>
                    </a:lnB>
                    <a:solidFill>
                      <a:srgbClr val="FFFFFF"/>
                    </a:solidFill>
                  </a:tcPr>
                </a:tc>
              </a:tr>
              <a:tr h="555625">
                <a:tc>
                  <a:txBody>
                    <a:bodyPr lIns="133350" tIns="133350" rIns="133350" bIns="133350"/>
                    <a:lstStyle/>
                    <a:p>
                      <a:r>
                        <a:rPr sz="1725" b="0">
                          <a:solidFill>
                            <a:srgbClr val="172E29"/>
                          </a:solidFill>
                          <a:latin typeface="Arial"/>
                          <a:ea typeface="Arial"/>
                          <a:cs typeface="Arial"/>
                        </a:rPr>
                        <a:t>3</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Projectiles move and apply at most one hit</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r h="555625">
                <a:tc>
                  <a:txBody>
                    <a:bodyPr lIns="133350" tIns="133350" rIns="133350" bIns="133350"/>
                    <a:lstStyle/>
                    <a:p>
                      <a:r>
                        <a:rPr sz="1725" b="0">
                          <a:solidFill>
                            <a:srgbClr val="172E29"/>
                          </a:solidFill>
                          <a:latin typeface="Arial"/>
                          <a:ea typeface="Arial"/>
                          <a:cs typeface="Arial"/>
                        </a:rPr>
                        <a:t>4</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Remove resolved enemies from array and hash table</a:t>
                      </a:r>
                    </a:p>
                  </a:txBody>
                  <a:tcPr marL="91440" marR="91440" marT="45720" marB="45720" anchor="ctr">
                    <a:lnR w="9525">
                      <a:solidFill>
                        <a:srgbClr val="D6E0DA"/>
                      </a:solidFill>
                      <a:prstDash val="solid"/>
                    </a:lnR>
                    <a:lnB w="9525">
                      <a:solidFill>
                        <a:srgbClr val="D6E0DA"/>
                      </a:solidFill>
                      <a:prstDash val="solid"/>
                    </a:lnB>
                    <a:solidFill>
                      <a:srgbClr val="FFFFFF"/>
                    </a:solidFill>
                  </a:tcPr>
                </a:tc>
              </a:tr>
              <a:tr h="555625">
                <a:tc>
                  <a:txBody>
                    <a:bodyPr lIns="133350" tIns="133350" rIns="133350" bIns="133350"/>
                    <a:lstStyle/>
                    <a:p>
                      <a:r>
                        <a:rPr sz="1725" b="0">
                          <a:solidFill>
                            <a:srgbClr val="172E29"/>
                          </a:solidFill>
                          <a:latin typeface="Arial"/>
                          <a:ea typeface="Arial"/>
                          <a:cs typeface="Arial"/>
                        </a:rPr>
                        <a:t>5</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Settle rewards and lives, then check completion</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bl>
          </a:graphicData>
        </a:graphic>
      </p:graphicFrame>
      <p:sp>
        <p:nvSpPr>
          <p:cNvPr id="4" name="">
            <a:extLst xmlns:a="http://schemas.openxmlformats.org/drawingml/2006/main">
              <a:ext uri="{FF2B5EF4-FFF2-40B4-BE49-F238E27FC236}">
                <a16:creationId xmlns:a16="http://schemas.microsoft.com/office/drawing/2014/main" id="{A29390BD-8222-4A6D-AADE-2496DB4388A8}"/>
              </a:ext>
            </a:extLst>
          </p:cNvPr>
          <p:cNvSpPr>
            <a:spLocks xmlns:a="http://schemas.openxmlformats.org/drawingml/2006/main" noGrp="1"/>
          </p:cNvSpPr>
          <p:nvPr/>
        </p:nvSpPr>
        <p:spPr>
          <a:xfrm xmlns:a="http://schemas.openxmlformats.org/drawingml/2006/main">
            <a:off x="609600" y="56197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3615C"/>
                </a:solidFill>
                <a:latin typeface="Arial"/>
                <a:ea typeface="Arial"/>
                <a:cs typeface="Arial"/>
              </a:defRPr>
            </a:defPPr>
            <a:lvl1pPr>
              <a:defRPr sz="1800" b="0">
                <a:solidFill>
                  <a:srgbClr val="53615C"/>
                </a:solidFill>
                <a:latin typeface="Arial"/>
                <a:ea typeface="Arial"/>
                <a:cs typeface="Arial"/>
              </a:defRPr>
            </a:lvl1pPr>
            <a:lvl2pPr>
              <a:defRPr sz="1800" b="0">
                <a:solidFill>
                  <a:srgbClr val="53615C"/>
                </a:solidFill>
                <a:latin typeface="Arial"/>
                <a:ea typeface="Arial"/>
                <a:cs typeface="Arial"/>
              </a:defRPr>
            </a:lvl2pPr>
            <a:lvl3pPr>
              <a:defRPr sz="1800" b="0">
                <a:solidFill>
                  <a:srgbClr val="53615C"/>
                </a:solidFill>
                <a:latin typeface="Arial"/>
                <a:ea typeface="Arial"/>
                <a:cs typeface="Arial"/>
              </a:defRPr>
            </a:lvl3pPr>
            <a:lvl4pPr>
              <a:defRPr sz="1800" b="0">
                <a:solidFill>
                  <a:srgbClr val="53615C"/>
                </a:solidFill>
                <a:latin typeface="Arial"/>
                <a:ea typeface="Arial"/>
                <a:cs typeface="Arial"/>
              </a:defRPr>
            </a:lvl4pPr>
            <a:lvl5pPr>
              <a:defRPr sz="1800" b="0">
                <a:solidFill>
                  <a:srgbClr val="53615C"/>
                </a:solidFill>
                <a:latin typeface="Arial"/>
                <a:ea typeface="Arial"/>
                <a:cs typeface="Arial"/>
              </a:defRPr>
            </a:lvl5pPr>
            <a:lvl6pPr>
              <a:defRPr sz="1800" b="0">
                <a:solidFill>
                  <a:srgbClr val="53615C"/>
                </a:solidFill>
                <a:latin typeface="Arial"/>
                <a:ea typeface="Arial"/>
                <a:cs typeface="Arial"/>
              </a:defRPr>
            </a:lvl6pPr>
            <a:lvl7pPr>
              <a:defRPr sz="1800" b="0">
                <a:solidFill>
                  <a:srgbClr val="53615C"/>
                </a:solidFill>
                <a:latin typeface="Arial"/>
                <a:ea typeface="Arial"/>
                <a:cs typeface="Arial"/>
              </a:defRPr>
            </a:lvl7pPr>
            <a:lvl8pPr>
              <a:defRPr sz="1800" b="0">
                <a:solidFill>
                  <a:srgbClr val="53615C"/>
                </a:solidFill>
                <a:latin typeface="Arial"/>
                <a:ea typeface="Arial"/>
                <a:cs typeface="Arial"/>
              </a:defRPr>
            </a:lvl8pPr>
            <a:lvl9pPr>
              <a:defRPr sz="1800" b="0">
                <a:solidFill>
                  <a:srgbClr val="53615C"/>
                </a:solidFill>
                <a:latin typeface="Arial"/>
                <a:ea typeface="Arial"/>
                <a:cs typeface="Arial"/>
              </a:defRPr>
            </a:lvl9pPr>
          </a:lstStyle>
          <a:p xmlns:a="http://schemas.openxmlformats.org/drawingml/2006/main">
            <a:pPr>
              <a:defRPr sz="1800" b="0">
                <a:solidFill>
                  <a:srgbClr val="53615C"/>
                </a:solidFill>
                <a:latin typeface="Arial"/>
                <a:ea typeface="Arial"/>
                <a:cs typeface="Arial"/>
              </a:defRPr>
            </a:pPr>
            <a:r>
              <a:rPr sz="1800" b="0">
                <a:solidFill>
                  <a:srgbClr val="53615C"/>
                </a:solidFill>
                <a:latin typeface="Arial"/>
                <a:ea typeface="Arial"/>
                <a:cs typeface="Arial"/>
              </a:rPr>
              <a:t>Paused, finished and intermission states freeze simulation time</a:t>
            </a:r>
          </a:p>
        </p:txBody>
      </p:sp>
    </p:spTree>
    <p:extLst>
      <p:ext uri="{BB962C8B-B14F-4D97-AF65-F5344CB8AC3E}">
        <p14:creationId xmlns:p14="http://schemas.microsoft.com/office/powerpoint/2010/main" val="157064872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033874-2014-4A5D-B647-A7876A0E156F}"/>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72E29"/>
                </a:solidFill>
                <a:latin typeface="Arial"/>
                <a:ea typeface="Arial"/>
                <a:cs typeface="Arial"/>
              </a:defRPr>
            </a:defPPr>
            <a:lvl1pPr>
              <a:defRPr sz="3300" b="1">
                <a:solidFill>
                  <a:srgbClr val="172E29"/>
                </a:solidFill>
                <a:latin typeface="Arial"/>
                <a:ea typeface="Arial"/>
                <a:cs typeface="Arial"/>
              </a:defRPr>
            </a:lvl1pPr>
            <a:lvl2pPr>
              <a:defRPr sz="3300" b="1">
                <a:solidFill>
                  <a:srgbClr val="172E29"/>
                </a:solidFill>
                <a:latin typeface="Arial"/>
                <a:ea typeface="Arial"/>
                <a:cs typeface="Arial"/>
              </a:defRPr>
            </a:lvl2pPr>
            <a:lvl3pPr>
              <a:defRPr sz="3300" b="1">
                <a:solidFill>
                  <a:srgbClr val="172E29"/>
                </a:solidFill>
                <a:latin typeface="Arial"/>
                <a:ea typeface="Arial"/>
                <a:cs typeface="Arial"/>
              </a:defRPr>
            </a:lvl3pPr>
            <a:lvl4pPr>
              <a:defRPr sz="3300" b="1">
                <a:solidFill>
                  <a:srgbClr val="172E29"/>
                </a:solidFill>
                <a:latin typeface="Arial"/>
                <a:ea typeface="Arial"/>
                <a:cs typeface="Arial"/>
              </a:defRPr>
            </a:lvl4pPr>
            <a:lvl5pPr>
              <a:defRPr sz="3300" b="1">
                <a:solidFill>
                  <a:srgbClr val="172E29"/>
                </a:solidFill>
                <a:latin typeface="Arial"/>
                <a:ea typeface="Arial"/>
                <a:cs typeface="Arial"/>
              </a:defRPr>
            </a:lvl5pPr>
            <a:lvl6pPr>
              <a:defRPr sz="3300" b="1">
                <a:solidFill>
                  <a:srgbClr val="172E29"/>
                </a:solidFill>
                <a:latin typeface="Arial"/>
                <a:ea typeface="Arial"/>
                <a:cs typeface="Arial"/>
              </a:defRPr>
            </a:lvl6pPr>
            <a:lvl7pPr>
              <a:defRPr sz="3300" b="1">
                <a:solidFill>
                  <a:srgbClr val="172E29"/>
                </a:solidFill>
                <a:latin typeface="Arial"/>
                <a:ea typeface="Arial"/>
                <a:cs typeface="Arial"/>
              </a:defRPr>
            </a:lvl7pPr>
            <a:lvl8pPr>
              <a:defRPr sz="3300" b="1">
                <a:solidFill>
                  <a:srgbClr val="172E29"/>
                </a:solidFill>
                <a:latin typeface="Arial"/>
                <a:ea typeface="Arial"/>
                <a:cs typeface="Arial"/>
              </a:defRPr>
            </a:lvl8pPr>
            <a:lvl9pPr>
              <a:defRPr sz="3300" b="1">
                <a:solidFill>
                  <a:srgbClr val="172E29"/>
                </a:solidFill>
                <a:latin typeface="Arial"/>
                <a:ea typeface="Arial"/>
                <a:cs typeface="Arial"/>
              </a:defRPr>
            </a:lvl9pPr>
          </a:lstStyle>
          <a:p xmlns:a="http://schemas.openxmlformats.org/drawingml/2006/main">
            <a:pPr>
              <a:defRPr sz="3300" b="1">
                <a:solidFill>
                  <a:srgbClr val="172E29"/>
                </a:solidFill>
                <a:latin typeface="Arial"/>
                <a:ea typeface="Arial"/>
                <a:cs typeface="Arial"/>
              </a:defRPr>
            </a:pPr>
            <a:r>
              <a:rPr sz="3300" b="1">
                <a:solidFill>
                  <a:srgbClr val="172E29"/>
                </a:solidFill>
                <a:latin typeface="Arial"/>
                <a:ea typeface="Arial"/>
                <a:cs typeface="Arial"/>
              </a:rPr>
              <a:t>Automated verification</a:t>
            </a:r>
          </a:p>
        </p:txBody>
      </p:sp>
      <p:sp>
        <p:nvSpPr>
          <p:cNvPr id="2" name="">
            <a:extLst xmlns:a="http://schemas.openxmlformats.org/drawingml/2006/main">
              <a:ext uri="{FF2B5EF4-FFF2-40B4-BE49-F238E27FC236}">
                <a16:creationId xmlns:a16="http://schemas.microsoft.com/office/drawing/2014/main" id="{1CE29C71-AE8B-4D21-98BB-3EA09CD24707}"/>
              </a:ext>
            </a:extLst>
          </p:cNvPr>
          <p:cNvSpPr>
            <a:spLocks xmlns:a="http://schemas.openxmlformats.org/drawingml/2006/main" noGrp="1"/>
          </p:cNvSpPr>
          <p:nvPr/>
        </p:nvSpPr>
        <p:spPr>
          <a:xfrm xmlns:a="http://schemas.openxmlformats.org/drawingml/2006/main">
            <a:off x="10991850" y="630555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3615C"/>
                </a:solidFill>
                <a:latin typeface="Arial"/>
                <a:ea typeface="Arial"/>
                <a:cs typeface="Arial"/>
              </a:defRPr>
            </a:defPPr>
            <a:lvl1pPr>
              <a:defRPr sz="1200" b="0">
                <a:solidFill>
                  <a:srgbClr val="53615C"/>
                </a:solidFill>
                <a:latin typeface="Arial"/>
                <a:ea typeface="Arial"/>
                <a:cs typeface="Arial"/>
              </a:defRPr>
            </a:lvl1pPr>
            <a:lvl2pPr>
              <a:defRPr sz="1200" b="0">
                <a:solidFill>
                  <a:srgbClr val="53615C"/>
                </a:solidFill>
                <a:latin typeface="Arial"/>
                <a:ea typeface="Arial"/>
                <a:cs typeface="Arial"/>
              </a:defRPr>
            </a:lvl2pPr>
            <a:lvl3pPr>
              <a:defRPr sz="1200" b="0">
                <a:solidFill>
                  <a:srgbClr val="53615C"/>
                </a:solidFill>
                <a:latin typeface="Arial"/>
                <a:ea typeface="Arial"/>
                <a:cs typeface="Arial"/>
              </a:defRPr>
            </a:lvl3pPr>
            <a:lvl4pPr>
              <a:defRPr sz="1200" b="0">
                <a:solidFill>
                  <a:srgbClr val="53615C"/>
                </a:solidFill>
                <a:latin typeface="Arial"/>
                <a:ea typeface="Arial"/>
                <a:cs typeface="Arial"/>
              </a:defRPr>
            </a:lvl4pPr>
            <a:lvl5pPr>
              <a:defRPr sz="1200" b="0">
                <a:solidFill>
                  <a:srgbClr val="53615C"/>
                </a:solidFill>
                <a:latin typeface="Arial"/>
                <a:ea typeface="Arial"/>
                <a:cs typeface="Arial"/>
              </a:defRPr>
            </a:lvl5pPr>
            <a:lvl6pPr>
              <a:defRPr sz="1200" b="0">
                <a:solidFill>
                  <a:srgbClr val="53615C"/>
                </a:solidFill>
                <a:latin typeface="Arial"/>
                <a:ea typeface="Arial"/>
                <a:cs typeface="Arial"/>
              </a:defRPr>
            </a:lvl6pPr>
            <a:lvl7pPr>
              <a:defRPr sz="1200" b="0">
                <a:solidFill>
                  <a:srgbClr val="53615C"/>
                </a:solidFill>
                <a:latin typeface="Arial"/>
                <a:ea typeface="Arial"/>
                <a:cs typeface="Arial"/>
              </a:defRPr>
            </a:lvl7pPr>
            <a:lvl8pPr>
              <a:defRPr sz="1200" b="0">
                <a:solidFill>
                  <a:srgbClr val="53615C"/>
                </a:solidFill>
                <a:latin typeface="Arial"/>
                <a:ea typeface="Arial"/>
                <a:cs typeface="Arial"/>
              </a:defRPr>
            </a:lvl8pPr>
            <a:lvl9pPr>
              <a:defRPr sz="1200" b="0">
                <a:solidFill>
                  <a:srgbClr val="53615C"/>
                </a:solidFill>
                <a:latin typeface="Arial"/>
                <a:ea typeface="Arial"/>
                <a:cs typeface="Arial"/>
              </a:defRPr>
            </a:lvl9pPr>
          </a:lstStyle>
          <a:p xmlns:a="http://schemas.openxmlformats.org/drawingml/2006/main">
            <a:pPr>
              <a:defRPr sz="1200" b="0">
                <a:solidFill>
                  <a:srgbClr val="53615C"/>
                </a:solidFill>
                <a:latin typeface="Arial"/>
                <a:ea typeface="Arial"/>
                <a:cs typeface="Arial"/>
              </a:defRPr>
            </a:pPr>
            <a:r>
              <a:rPr sz="1200" b="0">
                <a:solidFill>
                  <a:srgbClr val="53615C"/>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4448BE25-208F-45DA-B5E4-2A54BCACD39F}"/>
              </a:ext>
            </a:extLst>
          </p:cNvPr>
          <p:cNvSpPr>
            <a:spLocks xmlns:a="http://schemas.openxmlformats.org/drawingml/2006/main" noGrp="1"/>
          </p:cNvSpPr>
          <p:nvPr/>
        </p:nvSpPr>
        <p:spPr>
          <a:xfrm xmlns:a="http://schemas.openxmlformats.org/drawingml/2006/main">
            <a:off x="609600" y="1666875"/>
            <a:ext cx="333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300" b="1">
                <a:solidFill>
                  <a:srgbClr val="B36B26"/>
                </a:solidFill>
                <a:latin typeface="Arial"/>
                <a:ea typeface="Arial"/>
                <a:cs typeface="Arial"/>
              </a:defRPr>
            </a:defPPr>
            <a:lvl1pPr>
              <a:defRPr sz="9300" b="1">
                <a:solidFill>
                  <a:srgbClr val="B36B26"/>
                </a:solidFill>
                <a:latin typeface="Arial"/>
                <a:ea typeface="Arial"/>
                <a:cs typeface="Arial"/>
              </a:defRPr>
            </a:lvl1pPr>
            <a:lvl2pPr>
              <a:defRPr sz="9300" b="1">
                <a:solidFill>
                  <a:srgbClr val="B36B26"/>
                </a:solidFill>
                <a:latin typeface="Arial"/>
                <a:ea typeface="Arial"/>
                <a:cs typeface="Arial"/>
              </a:defRPr>
            </a:lvl2pPr>
            <a:lvl3pPr>
              <a:defRPr sz="9300" b="1">
                <a:solidFill>
                  <a:srgbClr val="B36B26"/>
                </a:solidFill>
                <a:latin typeface="Arial"/>
                <a:ea typeface="Arial"/>
                <a:cs typeface="Arial"/>
              </a:defRPr>
            </a:lvl3pPr>
            <a:lvl4pPr>
              <a:defRPr sz="9300" b="1">
                <a:solidFill>
                  <a:srgbClr val="B36B26"/>
                </a:solidFill>
                <a:latin typeface="Arial"/>
                <a:ea typeface="Arial"/>
                <a:cs typeface="Arial"/>
              </a:defRPr>
            </a:lvl4pPr>
            <a:lvl5pPr>
              <a:defRPr sz="9300" b="1">
                <a:solidFill>
                  <a:srgbClr val="B36B26"/>
                </a:solidFill>
                <a:latin typeface="Arial"/>
                <a:ea typeface="Arial"/>
                <a:cs typeface="Arial"/>
              </a:defRPr>
            </a:lvl5pPr>
            <a:lvl6pPr>
              <a:defRPr sz="9300" b="1">
                <a:solidFill>
                  <a:srgbClr val="B36B26"/>
                </a:solidFill>
                <a:latin typeface="Arial"/>
                <a:ea typeface="Arial"/>
                <a:cs typeface="Arial"/>
              </a:defRPr>
            </a:lvl6pPr>
            <a:lvl7pPr>
              <a:defRPr sz="9300" b="1">
                <a:solidFill>
                  <a:srgbClr val="B36B26"/>
                </a:solidFill>
                <a:latin typeface="Arial"/>
                <a:ea typeface="Arial"/>
                <a:cs typeface="Arial"/>
              </a:defRPr>
            </a:lvl7pPr>
            <a:lvl8pPr>
              <a:defRPr sz="9300" b="1">
                <a:solidFill>
                  <a:srgbClr val="B36B26"/>
                </a:solidFill>
                <a:latin typeface="Arial"/>
                <a:ea typeface="Arial"/>
                <a:cs typeface="Arial"/>
              </a:defRPr>
            </a:lvl8pPr>
            <a:lvl9pPr>
              <a:defRPr sz="9300" b="1">
                <a:solidFill>
                  <a:srgbClr val="B36B26"/>
                </a:solidFill>
                <a:latin typeface="Arial"/>
                <a:ea typeface="Arial"/>
                <a:cs typeface="Arial"/>
              </a:defRPr>
            </a:lvl9pPr>
          </a:lstStyle>
          <a:p xmlns:a="http://schemas.openxmlformats.org/drawingml/2006/main">
            <a:pPr>
              <a:defRPr sz="9300" b="1">
                <a:solidFill>
                  <a:srgbClr val="B36B26"/>
                </a:solidFill>
                <a:latin typeface="Arial"/>
                <a:ea typeface="Arial"/>
                <a:cs typeface="Arial"/>
              </a:defRPr>
            </a:pPr>
            <a:r>
              <a:rPr sz="9300" b="1">
                <a:solidFill>
                  <a:srgbClr val="B36B26"/>
                </a:solidFill>
                <a:latin typeface="Arial"/>
                <a:ea typeface="Arial"/>
                <a:cs typeface="Arial"/>
              </a:rPr>
              <a:t>21</a:t>
            </a:r>
          </a:p>
        </p:txBody>
      </p:sp>
      <p:sp>
        <p:nvSpPr>
          <p:cNvPr id="4" name="">
            <a:extLst xmlns:a="http://schemas.openxmlformats.org/drawingml/2006/main">
              <a:ext uri="{FF2B5EF4-FFF2-40B4-BE49-F238E27FC236}">
                <a16:creationId xmlns:a16="http://schemas.microsoft.com/office/drawing/2014/main" id="{635CEADF-74C2-44DA-9D96-4C39BCD7DCC7}"/>
              </a:ext>
            </a:extLst>
          </p:cNvPr>
          <p:cNvSpPr>
            <a:spLocks xmlns:a="http://schemas.openxmlformats.org/drawingml/2006/main" noGrp="1"/>
          </p:cNvSpPr>
          <p:nvPr/>
        </p:nvSpPr>
        <p:spPr>
          <a:xfrm xmlns:a="http://schemas.openxmlformats.org/drawingml/2006/main">
            <a:off x="609600" y="32385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172E29"/>
                </a:solidFill>
                <a:latin typeface="Arial"/>
                <a:ea typeface="Arial"/>
                <a:cs typeface="Arial"/>
              </a:defRPr>
            </a:defPPr>
            <a:lvl1pPr>
              <a:defRPr sz="2550" b="1">
                <a:solidFill>
                  <a:srgbClr val="172E29"/>
                </a:solidFill>
                <a:latin typeface="Arial"/>
                <a:ea typeface="Arial"/>
                <a:cs typeface="Arial"/>
              </a:defRPr>
            </a:lvl1pPr>
            <a:lvl2pPr>
              <a:defRPr sz="2550" b="1">
                <a:solidFill>
                  <a:srgbClr val="172E29"/>
                </a:solidFill>
                <a:latin typeface="Arial"/>
                <a:ea typeface="Arial"/>
                <a:cs typeface="Arial"/>
              </a:defRPr>
            </a:lvl2pPr>
            <a:lvl3pPr>
              <a:defRPr sz="2550" b="1">
                <a:solidFill>
                  <a:srgbClr val="172E29"/>
                </a:solidFill>
                <a:latin typeface="Arial"/>
                <a:ea typeface="Arial"/>
                <a:cs typeface="Arial"/>
              </a:defRPr>
            </a:lvl3pPr>
            <a:lvl4pPr>
              <a:defRPr sz="2550" b="1">
                <a:solidFill>
                  <a:srgbClr val="172E29"/>
                </a:solidFill>
                <a:latin typeface="Arial"/>
                <a:ea typeface="Arial"/>
                <a:cs typeface="Arial"/>
              </a:defRPr>
            </a:lvl4pPr>
            <a:lvl5pPr>
              <a:defRPr sz="2550" b="1">
                <a:solidFill>
                  <a:srgbClr val="172E29"/>
                </a:solidFill>
                <a:latin typeface="Arial"/>
                <a:ea typeface="Arial"/>
                <a:cs typeface="Arial"/>
              </a:defRPr>
            </a:lvl5pPr>
            <a:lvl6pPr>
              <a:defRPr sz="2550" b="1">
                <a:solidFill>
                  <a:srgbClr val="172E29"/>
                </a:solidFill>
                <a:latin typeface="Arial"/>
                <a:ea typeface="Arial"/>
                <a:cs typeface="Arial"/>
              </a:defRPr>
            </a:lvl6pPr>
            <a:lvl7pPr>
              <a:defRPr sz="2550" b="1">
                <a:solidFill>
                  <a:srgbClr val="172E29"/>
                </a:solidFill>
                <a:latin typeface="Arial"/>
                <a:ea typeface="Arial"/>
                <a:cs typeface="Arial"/>
              </a:defRPr>
            </a:lvl7pPr>
            <a:lvl8pPr>
              <a:defRPr sz="2550" b="1">
                <a:solidFill>
                  <a:srgbClr val="172E29"/>
                </a:solidFill>
                <a:latin typeface="Arial"/>
                <a:ea typeface="Arial"/>
                <a:cs typeface="Arial"/>
              </a:defRPr>
            </a:lvl8pPr>
            <a:lvl9pPr>
              <a:defRPr sz="2550" b="1">
                <a:solidFill>
                  <a:srgbClr val="172E29"/>
                </a:solidFill>
                <a:latin typeface="Arial"/>
                <a:ea typeface="Arial"/>
                <a:cs typeface="Arial"/>
              </a:defRPr>
            </a:lvl9pPr>
          </a:lstStyle>
          <a:p xmlns:a="http://schemas.openxmlformats.org/drawingml/2006/main">
            <a:pPr>
              <a:defRPr sz="2550" b="1">
                <a:solidFill>
                  <a:srgbClr val="172E29"/>
                </a:solidFill>
                <a:latin typeface="Arial"/>
                <a:ea typeface="Arial"/>
                <a:cs typeface="Arial"/>
              </a:defRPr>
            </a:pPr>
            <a:r>
              <a:rPr sz="2550" b="1">
                <a:solidFill>
                  <a:srgbClr val="172E29"/>
                </a:solidFill>
                <a:latin typeface="Arial"/>
                <a:ea typeface="Arial"/>
                <a:cs typeface="Arial"/>
              </a:rPr>
              <a:t>tests passed</a:t>
            </a:r>
          </a:p>
        </p:txBody>
      </p:sp>
      <p:sp>
        <p:nvSpPr>
          <p:cNvPr id="5" name="">
            <a:extLst xmlns:a="http://schemas.openxmlformats.org/drawingml/2006/main">
              <a:ext uri="{FF2B5EF4-FFF2-40B4-BE49-F238E27FC236}">
                <a16:creationId xmlns:a16="http://schemas.microsoft.com/office/drawing/2014/main" id="{098B3CEF-3A74-4A41-B4FD-528B7142ECC8}"/>
              </a:ext>
            </a:extLst>
          </p:cNvPr>
          <p:cNvSpPr>
            <a:spLocks xmlns:a="http://schemas.openxmlformats.org/drawingml/2006/main" noGrp="1"/>
          </p:cNvSpPr>
          <p:nvPr/>
        </p:nvSpPr>
        <p:spPr>
          <a:xfrm xmlns:a="http://schemas.openxmlformats.org/drawingml/2006/main">
            <a:off x="609600" y="41148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72E29"/>
                </a:solidFill>
                <a:latin typeface="Arial"/>
                <a:ea typeface="Arial"/>
                <a:cs typeface="Arial"/>
              </a:defRPr>
            </a:defPPr>
            <a:lvl1pPr>
              <a:defRPr sz="2100" b="0">
                <a:solidFill>
                  <a:srgbClr val="172E29"/>
                </a:solidFill>
                <a:latin typeface="Arial"/>
                <a:ea typeface="Arial"/>
                <a:cs typeface="Arial"/>
              </a:defRPr>
            </a:lvl1pPr>
            <a:lvl2pPr>
              <a:defRPr sz="2100" b="0">
                <a:solidFill>
                  <a:srgbClr val="172E29"/>
                </a:solidFill>
                <a:latin typeface="Arial"/>
                <a:ea typeface="Arial"/>
                <a:cs typeface="Arial"/>
              </a:defRPr>
            </a:lvl2pPr>
            <a:lvl3pPr>
              <a:defRPr sz="2100" b="0">
                <a:solidFill>
                  <a:srgbClr val="172E29"/>
                </a:solidFill>
                <a:latin typeface="Arial"/>
                <a:ea typeface="Arial"/>
                <a:cs typeface="Arial"/>
              </a:defRPr>
            </a:lvl3pPr>
            <a:lvl4pPr>
              <a:defRPr sz="2100" b="0">
                <a:solidFill>
                  <a:srgbClr val="172E29"/>
                </a:solidFill>
                <a:latin typeface="Arial"/>
                <a:ea typeface="Arial"/>
                <a:cs typeface="Arial"/>
              </a:defRPr>
            </a:lvl4pPr>
            <a:lvl5pPr>
              <a:defRPr sz="2100" b="0">
                <a:solidFill>
                  <a:srgbClr val="172E29"/>
                </a:solidFill>
                <a:latin typeface="Arial"/>
                <a:ea typeface="Arial"/>
                <a:cs typeface="Arial"/>
              </a:defRPr>
            </a:lvl5pPr>
            <a:lvl6pPr>
              <a:defRPr sz="2100" b="0">
                <a:solidFill>
                  <a:srgbClr val="172E29"/>
                </a:solidFill>
                <a:latin typeface="Arial"/>
                <a:ea typeface="Arial"/>
                <a:cs typeface="Arial"/>
              </a:defRPr>
            </a:lvl6pPr>
            <a:lvl7pPr>
              <a:defRPr sz="2100" b="0">
                <a:solidFill>
                  <a:srgbClr val="172E29"/>
                </a:solidFill>
                <a:latin typeface="Arial"/>
                <a:ea typeface="Arial"/>
                <a:cs typeface="Arial"/>
              </a:defRPr>
            </a:lvl7pPr>
            <a:lvl8pPr>
              <a:defRPr sz="2100" b="0">
                <a:solidFill>
                  <a:srgbClr val="172E29"/>
                </a:solidFill>
                <a:latin typeface="Arial"/>
                <a:ea typeface="Arial"/>
                <a:cs typeface="Arial"/>
              </a:defRPr>
            </a:lvl8pPr>
            <a:lvl9pPr>
              <a:defRPr sz="2100" b="0">
                <a:solidFill>
                  <a:srgbClr val="172E29"/>
                </a:solidFill>
                <a:latin typeface="Arial"/>
                <a:ea typeface="Arial"/>
                <a:cs typeface="Arial"/>
              </a:defRPr>
            </a:lvl9pPr>
          </a:lstStyle>
          <a:p xmlns:a="http://schemas.openxmlformats.org/drawingml/2006/main">
            <a:pPr>
              <a:defRPr sz="2100" b="0">
                <a:solidFill>
                  <a:srgbClr val="172E29"/>
                </a:solidFill>
                <a:latin typeface="Arial"/>
                <a:ea typeface="Arial"/>
                <a:cs typeface="Arial"/>
              </a:defRPr>
            </a:pPr>
            <a:r>
              <a:rPr sz="2100" b="0">
                <a:solidFill>
                  <a:srgbClr val="172E29"/>
                </a:solidFill>
                <a:latin typeface="Arial"/>
                <a:ea typeface="Arial"/>
                <a:cs typeface="Arial"/>
              </a:rPr>
              <a:t>0 failures</a:t>
            </a:r>
          </a:p>
          <a:p xmlns:a="http://schemas.openxmlformats.org/drawingml/2006/main">
            <a:pPr>
              <a:defRPr sz="2100" b="0">
                <a:solidFill>
                  <a:srgbClr val="172E29"/>
                </a:solidFill>
                <a:latin typeface="Arial"/>
                <a:ea typeface="Arial"/>
                <a:cs typeface="Arial"/>
              </a:defRPr>
            </a:pPr>
            <a:r>
              <a:rPr sz="2100" b="0">
                <a:solidFill>
                  <a:srgbClr val="172E29"/>
                </a:solidFill>
                <a:latin typeface="Arial"/>
                <a:ea typeface="Arial"/>
                <a:cs typeface="Arial"/>
              </a:rPr>
              <a:t>0 errors</a:t>
            </a:r>
          </a:p>
        </p:txBody>
      </p:sp>
      <p:graphicFrame>
        <p:nvGraphicFramePr>
          <p:cNvPr id="6" name="">
            <a:extLst xmlns:a="http://schemas.openxmlformats.org/drawingml/2006/main">
              <a:ext uri="{FF2B5EF4-FFF2-40B4-BE49-F238E27FC236}">
                <a16:creationId xmlns:a16="http://schemas.microsoft.com/office/drawing/2014/main" id="{F86E0503-240F-4D33-90CB-9F9F73F10C3F}"/>
              </a:ext>
            </a:extLst>
          </p:cNvPr>
          <p:cNvGraphicFramePr/>
          <p:nvPr/>
        </p:nvGraphicFramePr>
        <p:xfrm>
          <a:off xmlns:a="http://schemas.openxmlformats.org/drawingml/2006/main" x="4476750" y="1809750"/>
          <a:ext xmlns:a="http://schemas.openxmlformats.org/drawingml/2006/main" cx="7105650" cy="3238500"/>
        </p:xfrm>
        <a:graphic xmlns:a="http://schemas.openxmlformats.org/drawingml/2006/main">
          <a:graphicData uri="http://schemas.openxmlformats.org/drawingml/2006/table">
            <a:tbl>
              <a:tblPr/>
              <a:tblGrid>
                <a:gridCol w="2857500"/>
                <a:gridCol w="4248150"/>
              </a:tblGrid>
              <a:tr h="809625">
                <a:tc>
                  <a:txBody>
                    <a:bodyPr lIns="133350" tIns="133350" rIns="133350" bIns="133350"/>
                    <a:lstStyle/>
                    <a:p>
                      <a:r>
                        <a:rPr sz="1725" b="1">
                          <a:solidFill>
                            <a:srgbClr val="FFFFFF"/>
                          </a:solidFill>
                          <a:latin typeface="Arial"/>
                          <a:ea typeface="Arial"/>
                          <a:cs typeface="Arial"/>
                        </a:rPr>
                        <a:t>Coverage</a:t>
                      </a:r>
                    </a:p>
                  </a:txBody>
                  <a:tcPr marL="91440" marR="91440" marT="45720" marB="45720" anchor="ctr">
                    <a:lnL w="9525">
                      <a:solidFill>
                        <a:srgbClr val="D6E0DA"/>
                      </a:solidFill>
                      <a:prstDash val="solid"/>
                    </a:lnL>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c>
                  <a:txBody>
                    <a:bodyPr lIns="133350" tIns="133350" rIns="133350" bIns="133350"/>
                    <a:lstStyle/>
                    <a:p>
                      <a:r>
                        <a:rPr sz="1725" b="1">
                          <a:solidFill>
                            <a:srgbClr val="FFFFFF"/>
                          </a:solidFill>
                          <a:latin typeface="Arial"/>
                          <a:ea typeface="Arial"/>
                          <a:cs typeface="Arial"/>
                        </a:rPr>
                        <a:t>Evidence</a:t>
                      </a:r>
                    </a:p>
                  </a:txBody>
                  <a:tcPr marL="91440" marR="91440" marT="45720" marB="45720" anchor="ctr">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r>
              <a:tr h="809625">
                <a:tc>
                  <a:txBody>
                    <a:bodyPr lIns="133350" tIns="133350" rIns="133350" bIns="133350"/>
                    <a:lstStyle/>
                    <a:p>
                      <a:r>
                        <a:rPr sz="1725" b="0">
                          <a:solidFill>
                            <a:srgbClr val="172E29"/>
                          </a:solidFill>
                          <a:latin typeface="Arial"/>
                          <a:ea typeface="Arial"/>
                          <a:cs typeface="Arial"/>
                        </a:rPr>
                        <a:t>Array and hash table</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Resizing and collision removal</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r h="809625">
                <a:tc>
                  <a:txBody>
                    <a:bodyPr lIns="133350" tIns="133350" rIns="133350" bIns="133350"/>
                    <a:lstStyle/>
                    <a:p>
                      <a:r>
                        <a:rPr sz="1725" b="0">
                          <a:solidFill>
                            <a:srgbClr val="172E29"/>
                          </a:solidFill>
                          <a:latin typeface="Arial"/>
                          <a:ea typeface="Arial"/>
                          <a:cs typeface="Arial"/>
                        </a:rPr>
                        <a:t>Heap and AVL tree</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Reference checks and rotations</a:t>
                      </a:r>
                    </a:p>
                  </a:txBody>
                  <a:tcPr marL="91440" marR="91440" marT="45720" marB="45720" anchor="ctr">
                    <a:lnR w="9525">
                      <a:solidFill>
                        <a:srgbClr val="D6E0DA"/>
                      </a:solidFill>
                      <a:prstDash val="solid"/>
                    </a:lnR>
                    <a:lnB w="9525">
                      <a:solidFill>
                        <a:srgbClr val="D6E0DA"/>
                      </a:solidFill>
                      <a:prstDash val="solid"/>
                    </a:lnB>
                    <a:solidFill>
                      <a:srgbClr val="FFFFFF"/>
                    </a:solidFill>
                  </a:tcPr>
                </a:tc>
              </a:tr>
              <a:tr h="809625">
                <a:tc>
                  <a:txBody>
                    <a:bodyPr lIns="133350" tIns="133350" rIns="133350" bIns="133350"/>
                    <a:lstStyle/>
                    <a:p>
                      <a:r>
                        <a:rPr sz="1725" b="0">
                          <a:solidFill>
                            <a:srgbClr val="172E29"/>
                          </a:solidFill>
                          <a:latin typeface="Arial"/>
                          <a:ea typeface="Arial"/>
                          <a:cs typeface="Arial"/>
                        </a:rPr>
                        <a:t>Engine and console</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Pause, outcomes, invalid input</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bl>
          </a:graphicData>
        </a:graphic>
      </p:graphicFrame>
      <p:sp>
        <p:nvSpPr>
          <p:cNvPr id="7" name="">
            <a:extLst xmlns:a="http://schemas.openxmlformats.org/drawingml/2006/main">
              <a:ext uri="{FF2B5EF4-FFF2-40B4-BE49-F238E27FC236}">
                <a16:creationId xmlns:a16="http://schemas.microsoft.com/office/drawing/2014/main" id="{4C244B24-2718-4521-BFC9-FBEB1EF1422C}"/>
              </a:ext>
            </a:extLst>
          </p:cNvPr>
          <p:cNvSpPr>
            <a:spLocks xmlns:a="http://schemas.openxmlformats.org/drawingml/2006/main" noGrp="1"/>
          </p:cNvSpPr>
          <p:nvPr/>
        </p:nvSpPr>
        <p:spPr>
          <a:xfrm xmlns:a="http://schemas.openxmlformats.org/drawingml/2006/main">
            <a:off x="609600" y="56197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3615C"/>
                </a:solidFill>
                <a:latin typeface="Arial"/>
                <a:ea typeface="Arial"/>
                <a:cs typeface="Arial"/>
              </a:defRPr>
            </a:defPPr>
            <a:lvl1pPr>
              <a:defRPr sz="1800" b="0">
                <a:solidFill>
                  <a:srgbClr val="53615C"/>
                </a:solidFill>
                <a:latin typeface="Arial"/>
                <a:ea typeface="Arial"/>
                <a:cs typeface="Arial"/>
              </a:defRPr>
            </a:lvl1pPr>
            <a:lvl2pPr>
              <a:defRPr sz="1800" b="0">
                <a:solidFill>
                  <a:srgbClr val="53615C"/>
                </a:solidFill>
                <a:latin typeface="Arial"/>
                <a:ea typeface="Arial"/>
                <a:cs typeface="Arial"/>
              </a:defRPr>
            </a:lvl2pPr>
            <a:lvl3pPr>
              <a:defRPr sz="1800" b="0">
                <a:solidFill>
                  <a:srgbClr val="53615C"/>
                </a:solidFill>
                <a:latin typeface="Arial"/>
                <a:ea typeface="Arial"/>
                <a:cs typeface="Arial"/>
              </a:defRPr>
            </a:lvl3pPr>
            <a:lvl4pPr>
              <a:defRPr sz="1800" b="0">
                <a:solidFill>
                  <a:srgbClr val="53615C"/>
                </a:solidFill>
                <a:latin typeface="Arial"/>
                <a:ea typeface="Arial"/>
                <a:cs typeface="Arial"/>
              </a:defRPr>
            </a:lvl4pPr>
            <a:lvl5pPr>
              <a:defRPr sz="1800" b="0">
                <a:solidFill>
                  <a:srgbClr val="53615C"/>
                </a:solidFill>
                <a:latin typeface="Arial"/>
                <a:ea typeface="Arial"/>
                <a:cs typeface="Arial"/>
              </a:defRPr>
            </a:lvl5pPr>
            <a:lvl6pPr>
              <a:defRPr sz="1800" b="0">
                <a:solidFill>
                  <a:srgbClr val="53615C"/>
                </a:solidFill>
                <a:latin typeface="Arial"/>
                <a:ea typeface="Arial"/>
                <a:cs typeface="Arial"/>
              </a:defRPr>
            </a:lvl6pPr>
            <a:lvl7pPr>
              <a:defRPr sz="1800" b="0">
                <a:solidFill>
                  <a:srgbClr val="53615C"/>
                </a:solidFill>
                <a:latin typeface="Arial"/>
                <a:ea typeface="Arial"/>
                <a:cs typeface="Arial"/>
              </a:defRPr>
            </a:lvl7pPr>
            <a:lvl8pPr>
              <a:defRPr sz="1800" b="0">
                <a:solidFill>
                  <a:srgbClr val="53615C"/>
                </a:solidFill>
                <a:latin typeface="Arial"/>
                <a:ea typeface="Arial"/>
                <a:cs typeface="Arial"/>
              </a:defRPr>
            </a:lvl8pPr>
            <a:lvl9pPr>
              <a:defRPr sz="1800" b="0">
                <a:solidFill>
                  <a:srgbClr val="53615C"/>
                </a:solidFill>
                <a:latin typeface="Arial"/>
                <a:ea typeface="Arial"/>
                <a:cs typeface="Arial"/>
              </a:defRPr>
            </a:lvl9pPr>
          </a:lstStyle>
          <a:p xmlns:a="http://schemas.openxmlformats.org/drawingml/2006/main">
            <a:pPr>
              <a:defRPr sz="1800" b="0">
                <a:solidFill>
                  <a:srgbClr val="53615C"/>
                </a:solidFill>
                <a:latin typeface="Arial"/>
                <a:ea typeface="Arial"/>
                <a:cs typeface="Arial"/>
              </a:defRPr>
            </a:pPr>
            <a:r>
              <a:rPr sz="1800" b="0">
                <a:solidFill>
                  <a:srgbClr val="53615C"/>
                </a:solidFill>
                <a:latin typeface="Arial"/>
                <a:ea typeface="Arial"/>
                <a:cs typeface="Arial"/>
              </a:rPr>
              <a:t>20 tower defence tests and 1 existing API regression test</a:t>
            </a:r>
          </a:p>
        </p:txBody>
      </p:sp>
    </p:spTree>
    <p:extLst>
      <p:ext uri="{BB962C8B-B14F-4D97-AF65-F5344CB8AC3E}">
        <p14:creationId xmlns:p14="http://schemas.microsoft.com/office/powerpoint/2010/main" val="51042903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ECC71A2-E246-4628-A787-8C8BB235F971}"/>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72E29"/>
                </a:solidFill>
                <a:latin typeface="Arial"/>
                <a:ea typeface="Arial"/>
                <a:cs typeface="Arial"/>
              </a:defRPr>
            </a:defPPr>
            <a:lvl1pPr>
              <a:defRPr sz="3300" b="1">
                <a:solidFill>
                  <a:srgbClr val="172E29"/>
                </a:solidFill>
                <a:latin typeface="Arial"/>
                <a:ea typeface="Arial"/>
                <a:cs typeface="Arial"/>
              </a:defRPr>
            </a:lvl1pPr>
            <a:lvl2pPr>
              <a:defRPr sz="3300" b="1">
                <a:solidFill>
                  <a:srgbClr val="172E29"/>
                </a:solidFill>
                <a:latin typeface="Arial"/>
                <a:ea typeface="Arial"/>
                <a:cs typeface="Arial"/>
              </a:defRPr>
            </a:lvl2pPr>
            <a:lvl3pPr>
              <a:defRPr sz="3300" b="1">
                <a:solidFill>
                  <a:srgbClr val="172E29"/>
                </a:solidFill>
                <a:latin typeface="Arial"/>
                <a:ea typeface="Arial"/>
                <a:cs typeface="Arial"/>
              </a:defRPr>
            </a:lvl3pPr>
            <a:lvl4pPr>
              <a:defRPr sz="3300" b="1">
                <a:solidFill>
                  <a:srgbClr val="172E29"/>
                </a:solidFill>
                <a:latin typeface="Arial"/>
                <a:ea typeface="Arial"/>
                <a:cs typeface="Arial"/>
              </a:defRPr>
            </a:lvl4pPr>
            <a:lvl5pPr>
              <a:defRPr sz="3300" b="1">
                <a:solidFill>
                  <a:srgbClr val="172E29"/>
                </a:solidFill>
                <a:latin typeface="Arial"/>
                <a:ea typeface="Arial"/>
                <a:cs typeface="Arial"/>
              </a:defRPr>
            </a:lvl5pPr>
            <a:lvl6pPr>
              <a:defRPr sz="3300" b="1">
                <a:solidFill>
                  <a:srgbClr val="172E29"/>
                </a:solidFill>
                <a:latin typeface="Arial"/>
                <a:ea typeface="Arial"/>
                <a:cs typeface="Arial"/>
              </a:defRPr>
            </a:lvl6pPr>
            <a:lvl7pPr>
              <a:defRPr sz="3300" b="1">
                <a:solidFill>
                  <a:srgbClr val="172E29"/>
                </a:solidFill>
                <a:latin typeface="Arial"/>
                <a:ea typeface="Arial"/>
                <a:cs typeface="Arial"/>
              </a:defRPr>
            </a:lvl7pPr>
            <a:lvl8pPr>
              <a:defRPr sz="3300" b="1">
                <a:solidFill>
                  <a:srgbClr val="172E29"/>
                </a:solidFill>
                <a:latin typeface="Arial"/>
                <a:ea typeface="Arial"/>
                <a:cs typeface="Arial"/>
              </a:defRPr>
            </a:lvl8pPr>
            <a:lvl9pPr>
              <a:defRPr sz="3300" b="1">
                <a:solidFill>
                  <a:srgbClr val="172E29"/>
                </a:solidFill>
                <a:latin typeface="Arial"/>
                <a:ea typeface="Arial"/>
                <a:cs typeface="Arial"/>
              </a:defRPr>
            </a:lvl9pPr>
          </a:lstStyle>
          <a:p xmlns:a="http://schemas.openxmlformats.org/drawingml/2006/main">
            <a:pPr>
              <a:defRPr sz="3300" b="1">
                <a:solidFill>
                  <a:srgbClr val="172E29"/>
                </a:solidFill>
                <a:latin typeface="Arial"/>
                <a:ea typeface="Arial"/>
                <a:cs typeface="Arial"/>
              </a:defRPr>
            </a:pPr>
            <a:r>
              <a:rPr sz="3300" b="1">
                <a:solidFill>
                  <a:srgbClr val="172E29"/>
                </a:solidFill>
                <a:latin typeface="Arial"/>
                <a:ea typeface="Arial"/>
                <a:cs typeface="Arial"/>
              </a:rPr>
              <a:t>Live console demonstration</a:t>
            </a:r>
          </a:p>
        </p:txBody>
      </p:sp>
      <p:sp>
        <p:nvSpPr>
          <p:cNvPr id="2" name="">
            <a:extLst xmlns:a="http://schemas.openxmlformats.org/drawingml/2006/main">
              <a:ext uri="{FF2B5EF4-FFF2-40B4-BE49-F238E27FC236}">
                <a16:creationId xmlns:a16="http://schemas.microsoft.com/office/drawing/2014/main" id="{5ACA46B2-DE76-41F9-865F-FBC947995669}"/>
              </a:ext>
            </a:extLst>
          </p:cNvPr>
          <p:cNvSpPr>
            <a:spLocks xmlns:a="http://schemas.openxmlformats.org/drawingml/2006/main" noGrp="1"/>
          </p:cNvSpPr>
          <p:nvPr/>
        </p:nvSpPr>
        <p:spPr>
          <a:xfrm xmlns:a="http://schemas.openxmlformats.org/drawingml/2006/main">
            <a:off x="10991850" y="630555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3615C"/>
                </a:solidFill>
                <a:latin typeface="Arial"/>
                <a:ea typeface="Arial"/>
                <a:cs typeface="Arial"/>
              </a:defRPr>
            </a:defPPr>
            <a:lvl1pPr>
              <a:defRPr sz="1200" b="0">
                <a:solidFill>
                  <a:srgbClr val="53615C"/>
                </a:solidFill>
                <a:latin typeface="Arial"/>
                <a:ea typeface="Arial"/>
                <a:cs typeface="Arial"/>
              </a:defRPr>
            </a:lvl1pPr>
            <a:lvl2pPr>
              <a:defRPr sz="1200" b="0">
                <a:solidFill>
                  <a:srgbClr val="53615C"/>
                </a:solidFill>
                <a:latin typeface="Arial"/>
                <a:ea typeface="Arial"/>
                <a:cs typeface="Arial"/>
              </a:defRPr>
            </a:lvl2pPr>
            <a:lvl3pPr>
              <a:defRPr sz="1200" b="0">
                <a:solidFill>
                  <a:srgbClr val="53615C"/>
                </a:solidFill>
                <a:latin typeface="Arial"/>
                <a:ea typeface="Arial"/>
                <a:cs typeface="Arial"/>
              </a:defRPr>
            </a:lvl3pPr>
            <a:lvl4pPr>
              <a:defRPr sz="1200" b="0">
                <a:solidFill>
                  <a:srgbClr val="53615C"/>
                </a:solidFill>
                <a:latin typeface="Arial"/>
                <a:ea typeface="Arial"/>
                <a:cs typeface="Arial"/>
              </a:defRPr>
            </a:lvl4pPr>
            <a:lvl5pPr>
              <a:defRPr sz="1200" b="0">
                <a:solidFill>
                  <a:srgbClr val="53615C"/>
                </a:solidFill>
                <a:latin typeface="Arial"/>
                <a:ea typeface="Arial"/>
                <a:cs typeface="Arial"/>
              </a:defRPr>
            </a:lvl5pPr>
            <a:lvl6pPr>
              <a:defRPr sz="1200" b="0">
                <a:solidFill>
                  <a:srgbClr val="53615C"/>
                </a:solidFill>
                <a:latin typeface="Arial"/>
                <a:ea typeface="Arial"/>
                <a:cs typeface="Arial"/>
              </a:defRPr>
            </a:lvl6pPr>
            <a:lvl7pPr>
              <a:defRPr sz="1200" b="0">
                <a:solidFill>
                  <a:srgbClr val="53615C"/>
                </a:solidFill>
                <a:latin typeface="Arial"/>
                <a:ea typeface="Arial"/>
                <a:cs typeface="Arial"/>
              </a:defRPr>
            </a:lvl7pPr>
            <a:lvl8pPr>
              <a:defRPr sz="1200" b="0">
                <a:solidFill>
                  <a:srgbClr val="53615C"/>
                </a:solidFill>
                <a:latin typeface="Arial"/>
                <a:ea typeface="Arial"/>
                <a:cs typeface="Arial"/>
              </a:defRPr>
            </a:lvl8pPr>
            <a:lvl9pPr>
              <a:defRPr sz="1200" b="0">
                <a:solidFill>
                  <a:srgbClr val="53615C"/>
                </a:solidFill>
                <a:latin typeface="Arial"/>
                <a:ea typeface="Arial"/>
                <a:cs typeface="Arial"/>
              </a:defRPr>
            </a:lvl9pPr>
          </a:lstStyle>
          <a:p xmlns:a="http://schemas.openxmlformats.org/drawingml/2006/main">
            <a:pPr>
              <a:defRPr sz="1200" b="0">
                <a:solidFill>
                  <a:srgbClr val="53615C"/>
                </a:solidFill>
                <a:latin typeface="Arial"/>
                <a:ea typeface="Arial"/>
                <a:cs typeface="Arial"/>
              </a:defRPr>
            </a:pPr>
            <a:r>
              <a:rPr sz="1200" b="0">
                <a:solidFill>
                  <a:srgbClr val="53615C"/>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7C3A2343-A4BA-4B70-A637-05B833E07ABB}"/>
              </a:ext>
            </a:extLst>
          </p:cNvPr>
          <p:cNvSpPr>
            <a:spLocks xmlns:a="http://schemas.openxmlformats.org/drawingml/2006/main" noGrp="1"/>
          </p:cNvSpPr>
          <p:nvPr/>
        </p:nvSpPr>
        <p:spPr>
          <a:xfrm xmlns:a="http://schemas.openxmlformats.org/drawingml/2006/main">
            <a:off x="609600" y="14954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72E29"/>
                </a:solidFill>
                <a:latin typeface="Arial"/>
                <a:ea typeface="Arial"/>
                <a:cs typeface="Arial"/>
              </a:defRPr>
            </a:defPPr>
            <a:lvl1pPr>
              <a:defRPr sz="2250" b="1">
                <a:solidFill>
                  <a:srgbClr val="172E29"/>
                </a:solidFill>
                <a:latin typeface="Arial"/>
                <a:ea typeface="Arial"/>
                <a:cs typeface="Arial"/>
              </a:defRPr>
            </a:lvl1pPr>
            <a:lvl2pPr>
              <a:defRPr sz="2250" b="1">
                <a:solidFill>
                  <a:srgbClr val="172E29"/>
                </a:solidFill>
                <a:latin typeface="Arial"/>
                <a:ea typeface="Arial"/>
                <a:cs typeface="Arial"/>
              </a:defRPr>
            </a:lvl2pPr>
            <a:lvl3pPr>
              <a:defRPr sz="2250" b="1">
                <a:solidFill>
                  <a:srgbClr val="172E29"/>
                </a:solidFill>
                <a:latin typeface="Arial"/>
                <a:ea typeface="Arial"/>
                <a:cs typeface="Arial"/>
              </a:defRPr>
            </a:lvl3pPr>
            <a:lvl4pPr>
              <a:defRPr sz="2250" b="1">
                <a:solidFill>
                  <a:srgbClr val="172E29"/>
                </a:solidFill>
                <a:latin typeface="Arial"/>
                <a:ea typeface="Arial"/>
                <a:cs typeface="Arial"/>
              </a:defRPr>
            </a:lvl4pPr>
            <a:lvl5pPr>
              <a:defRPr sz="2250" b="1">
                <a:solidFill>
                  <a:srgbClr val="172E29"/>
                </a:solidFill>
                <a:latin typeface="Arial"/>
                <a:ea typeface="Arial"/>
                <a:cs typeface="Arial"/>
              </a:defRPr>
            </a:lvl5pPr>
            <a:lvl6pPr>
              <a:defRPr sz="2250" b="1">
                <a:solidFill>
                  <a:srgbClr val="172E29"/>
                </a:solidFill>
                <a:latin typeface="Arial"/>
                <a:ea typeface="Arial"/>
                <a:cs typeface="Arial"/>
              </a:defRPr>
            </a:lvl6pPr>
            <a:lvl7pPr>
              <a:defRPr sz="2250" b="1">
                <a:solidFill>
                  <a:srgbClr val="172E29"/>
                </a:solidFill>
                <a:latin typeface="Arial"/>
                <a:ea typeface="Arial"/>
                <a:cs typeface="Arial"/>
              </a:defRPr>
            </a:lvl7pPr>
            <a:lvl8pPr>
              <a:defRPr sz="2250" b="1">
                <a:solidFill>
                  <a:srgbClr val="172E29"/>
                </a:solidFill>
                <a:latin typeface="Arial"/>
                <a:ea typeface="Arial"/>
                <a:cs typeface="Arial"/>
              </a:defRPr>
            </a:lvl8pPr>
            <a:lvl9pPr>
              <a:defRPr sz="2250" b="1">
                <a:solidFill>
                  <a:srgbClr val="172E29"/>
                </a:solidFill>
                <a:latin typeface="Arial"/>
                <a:ea typeface="Arial"/>
                <a:cs typeface="Arial"/>
              </a:defRPr>
            </a:lvl9pPr>
          </a:lstStyle>
          <a:p xmlns:a="http://schemas.openxmlformats.org/drawingml/2006/main">
            <a:pPr>
              <a:defRPr sz="2250" b="1">
                <a:solidFill>
                  <a:srgbClr val="172E29"/>
                </a:solidFill>
                <a:latin typeface="Arial"/>
                <a:ea typeface="Arial"/>
                <a:cs typeface="Arial"/>
              </a:defRPr>
            </a:pPr>
            <a:r>
              <a:rPr sz="2250" b="1">
                <a:solidFill>
                  <a:srgbClr val="172E29"/>
                </a:solidFill>
                <a:latin typeface="Arial"/>
                <a:ea typeface="Arial"/>
                <a:cs typeface="Arial"/>
              </a:rPr>
              <a:t>bash scripts/run-console.sh</a:t>
            </a:r>
          </a:p>
        </p:txBody>
      </p:sp>
      <p:graphicFrame>
        <p:nvGraphicFramePr>
          <p:cNvPr id="4" name="">
            <a:extLst xmlns:a="http://schemas.openxmlformats.org/drawingml/2006/main">
              <a:ext uri="{FF2B5EF4-FFF2-40B4-BE49-F238E27FC236}">
                <a16:creationId xmlns:a16="http://schemas.microsoft.com/office/drawing/2014/main" id="{0867395D-DA79-485C-A0A0-8912FAAA887A}"/>
              </a:ext>
            </a:extLst>
          </p:cNvPr>
          <p:cNvGraphicFramePr/>
          <p:nvPr/>
        </p:nvGraphicFramePr>
        <p:xfrm>
          <a:off xmlns:a="http://schemas.openxmlformats.org/drawingml/2006/main" x="609600" y="2286000"/>
          <a:ext xmlns:a="http://schemas.openxmlformats.org/drawingml/2006/main" cx="10972800" cy="3048000"/>
        </p:xfrm>
        <a:graphic xmlns:a="http://schemas.openxmlformats.org/drawingml/2006/main">
          <a:graphicData uri="http://schemas.openxmlformats.org/drawingml/2006/table">
            <a:tbl>
              <a:tblPr/>
              <a:tblGrid>
                <a:gridCol w="7143750"/>
                <a:gridCol w="3829050"/>
              </a:tblGrid>
              <a:tr h="508000">
                <a:tc>
                  <a:txBody>
                    <a:bodyPr lIns="133350" tIns="133350" rIns="133350" bIns="133350"/>
                    <a:lstStyle/>
                    <a:p>
                      <a:r>
                        <a:rPr sz="1725" b="1">
                          <a:solidFill>
                            <a:srgbClr val="FFFFFF"/>
                          </a:solidFill>
                          <a:latin typeface="Arial"/>
                          <a:ea typeface="Arial"/>
                          <a:cs typeface="Arial"/>
                        </a:rPr>
                        <a:t>Commands entered separately</a:t>
                      </a:r>
                    </a:p>
                  </a:txBody>
                  <a:tcPr marL="91440" marR="91440" marT="45720" marB="45720" anchor="ctr">
                    <a:lnL w="9525">
                      <a:solidFill>
                        <a:srgbClr val="D6E0DA"/>
                      </a:solidFill>
                      <a:prstDash val="solid"/>
                    </a:lnL>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c>
                  <a:txBody>
                    <a:bodyPr lIns="133350" tIns="133350" rIns="133350" bIns="133350"/>
                    <a:lstStyle/>
                    <a:p>
                      <a:r>
                        <a:rPr sz="1725" b="1">
                          <a:solidFill>
                            <a:srgbClr val="FFFFFF"/>
                          </a:solidFill>
                          <a:latin typeface="Arial"/>
                          <a:ea typeface="Arial"/>
                          <a:cs typeface="Arial"/>
                        </a:rPr>
                        <a:t>Visible behaviour</a:t>
                      </a:r>
                    </a:p>
                  </a:txBody>
                  <a:tcPr marL="91440" marR="91440" marT="45720" marB="45720" anchor="ctr">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r>
              <a:tr h="508000">
                <a:tc>
                  <a:txBody>
                    <a:bodyPr lIns="133350" tIns="133350" rIns="133350" bIns="133350"/>
                    <a:lstStyle/>
                    <a:p>
                      <a:r>
                        <a:rPr sz="1725" b="0">
                          <a:solidFill>
                            <a:srgbClr val="172E29"/>
                          </a:solidFill>
                          <a:latin typeface="Arial"/>
                          <a:ea typeface="Arial"/>
                          <a:cs typeface="Arial"/>
                        </a:rPr>
                        <a:t>build 5 3 / build 10 5 / build 15 9</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Gold becomes zero</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r h="508000">
                <a:tc>
                  <a:txBody>
                    <a:bodyPr lIns="133350" tIns="133350" rIns="133350" bIns="133350"/>
                    <a:lstStyle/>
                    <a:p>
                      <a:r>
                        <a:rPr sz="1725" b="0">
                          <a:solidFill>
                            <a:srgbClr val="172E29"/>
                          </a:solidFill>
                          <a:latin typeface="Arial"/>
                          <a:ea typeface="Arial"/>
                          <a:cs typeface="Arial"/>
                        </a:rPr>
                        <a:t>wave / tick / inspect</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Two enemies at tick 1</a:t>
                      </a:r>
                    </a:p>
                  </a:txBody>
                  <a:tcPr marL="91440" marR="91440" marT="45720" marB="45720" anchor="ctr">
                    <a:lnR w="9525">
                      <a:solidFill>
                        <a:srgbClr val="D6E0DA"/>
                      </a:solidFill>
                      <a:prstDash val="solid"/>
                    </a:lnR>
                    <a:lnB w="9525">
                      <a:solidFill>
                        <a:srgbClr val="D6E0DA"/>
                      </a:solidFill>
                      <a:prstDash val="solid"/>
                    </a:lnB>
                    <a:solidFill>
                      <a:srgbClr val="FFFFFF"/>
                    </a:solidFill>
                  </a:tcPr>
                </a:tc>
              </a:tr>
              <a:tr h="508000">
                <a:tc>
                  <a:txBody>
                    <a:bodyPr lIns="133350" tIns="133350" rIns="133350" bIns="133350"/>
                    <a:lstStyle/>
                    <a:p>
                      <a:r>
                        <a:rPr sz="1725" b="0">
                          <a:solidFill>
                            <a:srgbClr val="172E29"/>
                          </a:solidFill>
                          <a:latin typeface="Arial"/>
                          <a:ea typeface="Arial"/>
                          <a:cs typeface="Arial"/>
                        </a:rPr>
                        <a:t>pause / tick 10 / resume</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Time stays frozen while paused</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r h="508000">
                <a:tc>
                  <a:txBody>
                    <a:bodyPr lIns="133350" tIns="133350" rIns="133350" bIns="133350"/>
                    <a:lstStyle/>
                    <a:p>
                      <a:r>
                        <a:rPr sz="1725" b="0">
                          <a:solidFill>
                            <a:srgbClr val="172E29"/>
                          </a:solidFill>
                          <a:latin typeface="Arial"/>
                          <a:ea typeface="Arial"/>
                          <a:cs typeface="Arial"/>
                        </a:rPr>
                        <a:t>tick 60 / wave / tick 60 / wave / tick 60</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Complete all three waves</a:t>
                      </a:r>
                    </a:p>
                  </a:txBody>
                  <a:tcPr marL="91440" marR="91440" marT="45720" marB="45720" anchor="ctr">
                    <a:lnR w="9525">
                      <a:solidFill>
                        <a:srgbClr val="D6E0DA"/>
                      </a:solidFill>
                      <a:prstDash val="solid"/>
                    </a:lnR>
                    <a:lnB w="9525">
                      <a:solidFill>
                        <a:srgbClr val="D6E0DA"/>
                      </a:solidFill>
                      <a:prstDash val="solid"/>
                    </a:lnB>
                    <a:solidFill>
                      <a:srgbClr val="FFFFFF"/>
                    </a:solidFill>
                  </a:tcPr>
                </a:tc>
              </a:tr>
              <a:tr h="508000">
                <a:tc>
                  <a:txBody>
                    <a:bodyPr lIns="133350" tIns="133350" rIns="133350" bIns="133350"/>
                    <a:lstStyle/>
                    <a:p>
                      <a:r>
                        <a:rPr sz="1725" b="0">
                          <a:solidFill>
                            <a:srgbClr val="172E29"/>
                          </a:solidFill>
                          <a:latin typeface="Arial"/>
                          <a:ea typeface="Arial"/>
                          <a:cs typeface="Arial"/>
                        </a:rPr>
                        <a:t>scores / new / scores</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Keep leaderboard across games</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bl>
          </a:graphicData>
        </a:graphic>
      </p:graphicFrame>
      <p:sp>
        <p:nvSpPr>
          <p:cNvPr id="5" name="">
            <a:extLst xmlns:a="http://schemas.openxmlformats.org/drawingml/2006/main">
              <a:ext uri="{FF2B5EF4-FFF2-40B4-BE49-F238E27FC236}">
                <a16:creationId xmlns:a16="http://schemas.microsoft.com/office/drawing/2014/main" id="{3E8F605D-2F88-42FA-98E7-8A5C0D5D0634}"/>
              </a:ext>
            </a:extLst>
          </p:cNvPr>
          <p:cNvSpPr>
            <a:spLocks xmlns:a="http://schemas.openxmlformats.org/drawingml/2006/main" noGrp="1"/>
          </p:cNvSpPr>
          <p:nvPr/>
        </p:nvSpPr>
        <p:spPr>
          <a:xfrm xmlns:a="http://schemas.openxmlformats.org/drawingml/2006/main">
            <a:off x="609600" y="56197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3615C"/>
                </a:solidFill>
                <a:latin typeface="Arial"/>
                <a:ea typeface="Arial"/>
                <a:cs typeface="Arial"/>
              </a:defRPr>
            </a:defPPr>
            <a:lvl1pPr>
              <a:defRPr sz="1800" b="0">
                <a:solidFill>
                  <a:srgbClr val="53615C"/>
                </a:solidFill>
                <a:latin typeface="Arial"/>
                <a:ea typeface="Arial"/>
                <a:cs typeface="Arial"/>
              </a:defRPr>
            </a:lvl1pPr>
            <a:lvl2pPr>
              <a:defRPr sz="1800" b="0">
                <a:solidFill>
                  <a:srgbClr val="53615C"/>
                </a:solidFill>
                <a:latin typeface="Arial"/>
                <a:ea typeface="Arial"/>
                <a:cs typeface="Arial"/>
              </a:defRPr>
            </a:lvl2pPr>
            <a:lvl3pPr>
              <a:defRPr sz="1800" b="0">
                <a:solidFill>
                  <a:srgbClr val="53615C"/>
                </a:solidFill>
                <a:latin typeface="Arial"/>
                <a:ea typeface="Arial"/>
                <a:cs typeface="Arial"/>
              </a:defRPr>
            </a:lvl3pPr>
            <a:lvl4pPr>
              <a:defRPr sz="1800" b="0">
                <a:solidFill>
                  <a:srgbClr val="53615C"/>
                </a:solidFill>
                <a:latin typeface="Arial"/>
                <a:ea typeface="Arial"/>
                <a:cs typeface="Arial"/>
              </a:defRPr>
            </a:lvl4pPr>
            <a:lvl5pPr>
              <a:defRPr sz="1800" b="0">
                <a:solidFill>
                  <a:srgbClr val="53615C"/>
                </a:solidFill>
                <a:latin typeface="Arial"/>
                <a:ea typeface="Arial"/>
                <a:cs typeface="Arial"/>
              </a:defRPr>
            </a:lvl5pPr>
            <a:lvl6pPr>
              <a:defRPr sz="1800" b="0">
                <a:solidFill>
                  <a:srgbClr val="53615C"/>
                </a:solidFill>
                <a:latin typeface="Arial"/>
                <a:ea typeface="Arial"/>
                <a:cs typeface="Arial"/>
              </a:defRPr>
            </a:lvl6pPr>
            <a:lvl7pPr>
              <a:defRPr sz="1800" b="0">
                <a:solidFill>
                  <a:srgbClr val="53615C"/>
                </a:solidFill>
                <a:latin typeface="Arial"/>
                <a:ea typeface="Arial"/>
                <a:cs typeface="Arial"/>
              </a:defRPr>
            </a:lvl7pPr>
            <a:lvl8pPr>
              <a:defRPr sz="1800" b="0">
                <a:solidFill>
                  <a:srgbClr val="53615C"/>
                </a:solidFill>
                <a:latin typeface="Arial"/>
                <a:ea typeface="Arial"/>
                <a:cs typeface="Arial"/>
              </a:defRPr>
            </a:lvl8pPr>
            <a:lvl9pPr>
              <a:defRPr sz="1800" b="0">
                <a:solidFill>
                  <a:srgbClr val="53615C"/>
                </a:solidFill>
                <a:latin typeface="Arial"/>
                <a:ea typeface="Arial"/>
                <a:cs typeface="Arial"/>
              </a:defRPr>
            </a:lvl9pPr>
          </a:lstStyle>
          <a:p xmlns:a="http://schemas.openxmlformats.org/drawingml/2006/main">
            <a:pPr>
              <a:defRPr sz="1800" b="0">
                <a:solidFill>
                  <a:srgbClr val="53615C"/>
                </a:solidFill>
                <a:latin typeface="Arial"/>
                <a:ea typeface="Arial"/>
                <a:cs typeface="Arial"/>
              </a:defRPr>
            </a:pPr>
            <a:r>
              <a:rPr sz="1800" b="0">
                <a:solidFill>
                  <a:srgbClr val="53615C"/>
                </a:solidFill>
                <a:latin typeface="Arial"/>
                <a:ea typeface="Arial"/>
                <a:cs typeface="Arial"/>
              </a:rPr>
              <a:t>Slashes separate commands on this slide. Enter one command per line</a:t>
            </a:r>
          </a:p>
        </p:txBody>
      </p:sp>
    </p:spTree>
    <p:extLst>
      <p:ext uri="{BB962C8B-B14F-4D97-AF65-F5344CB8AC3E}">
        <p14:creationId xmlns:p14="http://schemas.microsoft.com/office/powerpoint/2010/main" val="1227061781"/>
      </p:ext>
    </p:extLst>
  </p:cSld>
</p:sld>
</file>

<file path=ppt/slides/slide12.xml><?xml version="1.0" encoding="utf-8"?>
<p:sld xmlns:p="http://schemas.openxmlformats.org/presentationml/2006/main">
  <p:cSld>
    <p:bg>
      <p:bgPr>
        <a:solidFill xmlns:a="http://schemas.openxmlformats.org/drawingml/2006/main">
          <a:srgbClr val="172E2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EA0A4F-A6CF-4E17-9F7D-6B649B3CF3B0}"/>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Verified demonstration result</a:t>
            </a:r>
          </a:p>
        </p:txBody>
      </p:sp>
      <p:sp>
        <p:nvSpPr>
          <p:cNvPr id="2" name="">
            <a:extLst xmlns:a="http://schemas.openxmlformats.org/drawingml/2006/main">
              <a:ext uri="{FF2B5EF4-FFF2-40B4-BE49-F238E27FC236}">
                <a16:creationId xmlns:a16="http://schemas.microsoft.com/office/drawing/2014/main" id="{306B42F3-4FFD-4CCE-9D69-C87B31B7ACC3}"/>
              </a:ext>
            </a:extLst>
          </p:cNvPr>
          <p:cNvSpPr>
            <a:spLocks xmlns:a="http://schemas.openxmlformats.org/drawingml/2006/main" noGrp="1"/>
          </p:cNvSpPr>
          <p:nvPr/>
        </p:nvSpPr>
        <p:spPr>
          <a:xfrm xmlns:a="http://schemas.openxmlformats.org/drawingml/2006/main">
            <a:off x="10991850" y="630555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DDE9E2"/>
                </a:solidFill>
                <a:latin typeface="Arial"/>
                <a:ea typeface="Arial"/>
                <a:cs typeface="Arial"/>
              </a:defRPr>
            </a:defPPr>
            <a:lvl1pPr>
              <a:defRPr sz="1200" b="0">
                <a:solidFill>
                  <a:srgbClr val="DDE9E2"/>
                </a:solidFill>
                <a:latin typeface="Arial"/>
                <a:ea typeface="Arial"/>
                <a:cs typeface="Arial"/>
              </a:defRPr>
            </a:lvl1pPr>
            <a:lvl2pPr>
              <a:defRPr sz="1200" b="0">
                <a:solidFill>
                  <a:srgbClr val="DDE9E2"/>
                </a:solidFill>
                <a:latin typeface="Arial"/>
                <a:ea typeface="Arial"/>
                <a:cs typeface="Arial"/>
              </a:defRPr>
            </a:lvl2pPr>
            <a:lvl3pPr>
              <a:defRPr sz="1200" b="0">
                <a:solidFill>
                  <a:srgbClr val="DDE9E2"/>
                </a:solidFill>
                <a:latin typeface="Arial"/>
                <a:ea typeface="Arial"/>
                <a:cs typeface="Arial"/>
              </a:defRPr>
            </a:lvl3pPr>
            <a:lvl4pPr>
              <a:defRPr sz="1200" b="0">
                <a:solidFill>
                  <a:srgbClr val="DDE9E2"/>
                </a:solidFill>
                <a:latin typeface="Arial"/>
                <a:ea typeface="Arial"/>
                <a:cs typeface="Arial"/>
              </a:defRPr>
            </a:lvl4pPr>
            <a:lvl5pPr>
              <a:defRPr sz="1200" b="0">
                <a:solidFill>
                  <a:srgbClr val="DDE9E2"/>
                </a:solidFill>
                <a:latin typeface="Arial"/>
                <a:ea typeface="Arial"/>
                <a:cs typeface="Arial"/>
              </a:defRPr>
            </a:lvl5pPr>
            <a:lvl6pPr>
              <a:defRPr sz="1200" b="0">
                <a:solidFill>
                  <a:srgbClr val="DDE9E2"/>
                </a:solidFill>
                <a:latin typeface="Arial"/>
                <a:ea typeface="Arial"/>
                <a:cs typeface="Arial"/>
              </a:defRPr>
            </a:lvl6pPr>
            <a:lvl7pPr>
              <a:defRPr sz="1200" b="0">
                <a:solidFill>
                  <a:srgbClr val="DDE9E2"/>
                </a:solidFill>
                <a:latin typeface="Arial"/>
                <a:ea typeface="Arial"/>
                <a:cs typeface="Arial"/>
              </a:defRPr>
            </a:lvl7pPr>
            <a:lvl8pPr>
              <a:defRPr sz="1200" b="0">
                <a:solidFill>
                  <a:srgbClr val="DDE9E2"/>
                </a:solidFill>
                <a:latin typeface="Arial"/>
                <a:ea typeface="Arial"/>
                <a:cs typeface="Arial"/>
              </a:defRPr>
            </a:lvl8pPr>
            <a:lvl9pPr>
              <a:defRPr sz="1200" b="0">
                <a:solidFill>
                  <a:srgbClr val="DDE9E2"/>
                </a:solidFill>
                <a:latin typeface="Arial"/>
                <a:ea typeface="Arial"/>
                <a:cs typeface="Arial"/>
              </a:defRPr>
            </a:lvl9pPr>
          </a:lstStyle>
          <a:p xmlns:a="http://schemas.openxmlformats.org/drawingml/2006/main">
            <a:pPr>
              <a:defRPr sz="1200" b="0">
                <a:solidFill>
                  <a:srgbClr val="DDE9E2"/>
                </a:solidFill>
                <a:latin typeface="Arial"/>
                <a:ea typeface="Arial"/>
                <a:cs typeface="Arial"/>
              </a:defRPr>
            </a:pPr>
            <a:r>
              <a:rPr sz="1200" b="0">
                <a:solidFill>
                  <a:srgbClr val="DDE9E2"/>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404D8353-96BD-46C3-BC02-2F89BFA3C729}"/>
              </a:ext>
            </a:extLst>
          </p:cNvPr>
          <p:cNvSpPr>
            <a:spLocks xmlns:a="http://schemas.openxmlformats.org/drawingml/2006/main" noGrp="1"/>
          </p:cNvSpPr>
          <p:nvPr/>
        </p:nvSpPr>
        <p:spPr>
          <a:xfrm xmlns:a="http://schemas.openxmlformats.org/drawingml/2006/main">
            <a:off x="609600" y="1714500"/>
            <a:ext cx="4762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900" b="1">
                <a:solidFill>
                  <a:srgbClr val="E7B776"/>
                </a:solidFill>
                <a:latin typeface="Arial"/>
                <a:ea typeface="Arial"/>
                <a:cs typeface="Arial"/>
              </a:defRPr>
            </a:defPPr>
            <a:lvl1pPr>
              <a:defRPr sz="9900" b="1">
                <a:solidFill>
                  <a:srgbClr val="E7B776"/>
                </a:solidFill>
                <a:latin typeface="Arial"/>
                <a:ea typeface="Arial"/>
                <a:cs typeface="Arial"/>
              </a:defRPr>
            </a:lvl1pPr>
            <a:lvl2pPr>
              <a:defRPr sz="9900" b="1">
                <a:solidFill>
                  <a:srgbClr val="E7B776"/>
                </a:solidFill>
                <a:latin typeface="Arial"/>
                <a:ea typeface="Arial"/>
                <a:cs typeface="Arial"/>
              </a:defRPr>
            </a:lvl2pPr>
            <a:lvl3pPr>
              <a:defRPr sz="9900" b="1">
                <a:solidFill>
                  <a:srgbClr val="E7B776"/>
                </a:solidFill>
                <a:latin typeface="Arial"/>
                <a:ea typeface="Arial"/>
                <a:cs typeface="Arial"/>
              </a:defRPr>
            </a:lvl3pPr>
            <a:lvl4pPr>
              <a:defRPr sz="9900" b="1">
                <a:solidFill>
                  <a:srgbClr val="E7B776"/>
                </a:solidFill>
                <a:latin typeface="Arial"/>
                <a:ea typeface="Arial"/>
                <a:cs typeface="Arial"/>
              </a:defRPr>
            </a:lvl4pPr>
            <a:lvl5pPr>
              <a:defRPr sz="9900" b="1">
                <a:solidFill>
                  <a:srgbClr val="E7B776"/>
                </a:solidFill>
                <a:latin typeface="Arial"/>
                <a:ea typeface="Arial"/>
                <a:cs typeface="Arial"/>
              </a:defRPr>
            </a:lvl5pPr>
            <a:lvl6pPr>
              <a:defRPr sz="9900" b="1">
                <a:solidFill>
                  <a:srgbClr val="E7B776"/>
                </a:solidFill>
                <a:latin typeface="Arial"/>
                <a:ea typeface="Arial"/>
                <a:cs typeface="Arial"/>
              </a:defRPr>
            </a:lvl6pPr>
            <a:lvl7pPr>
              <a:defRPr sz="9900" b="1">
                <a:solidFill>
                  <a:srgbClr val="E7B776"/>
                </a:solidFill>
                <a:latin typeface="Arial"/>
                <a:ea typeface="Arial"/>
                <a:cs typeface="Arial"/>
              </a:defRPr>
            </a:lvl7pPr>
            <a:lvl8pPr>
              <a:defRPr sz="9900" b="1">
                <a:solidFill>
                  <a:srgbClr val="E7B776"/>
                </a:solidFill>
                <a:latin typeface="Arial"/>
                <a:ea typeface="Arial"/>
                <a:cs typeface="Arial"/>
              </a:defRPr>
            </a:lvl8pPr>
            <a:lvl9pPr>
              <a:defRPr sz="9900" b="1">
                <a:solidFill>
                  <a:srgbClr val="E7B776"/>
                </a:solidFill>
                <a:latin typeface="Arial"/>
                <a:ea typeface="Arial"/>
                <a:cs typeface="Arial"/>
              </a:defRPr>
            </a:lvl9pPr>
          </a:lstStyle>
          <a:p xmlns:a="http://schemas.openxmlformats.org/drawingml/2006/main">
            <a:pPr>
              <a:defRPr sz="9900" b="1">
                <a:solidFill>
                  <a:srgbClr val="E7B776"/>
                </a:solidFill>
                <a:latin typeface="Arial"/>
                <a:ea typeface="Arial"/>
                <a:cs typeface="Arial"/>
              </a:defRPr>
            </a:pPr>
            <a:r>
              <a:rPr sz="9900" b="1">
                <a:solidFill>
                  <a:srgbClr val="E7B776"/>
                </a:solidFill>
                <a:latin typeface="Arial"/>
                <a:ea typeface="Arial"/>
                <a:cs typeface="Arial"/>
              </a:rPr>
              <a:t>580</a:t>
            </a:r>
          </a:p>
        </p:txBody>
      </p:sp>
      <p:sp>
        <p:nvSpPr>
          <p:cNvPr id="4" name="">
            <a:extLst xmlns:a="http://schemas.openxmlformats.org/drawingml/2006/main">
              <a:ext uri="{FF2B5EF4-FFF2-40B4-BE49-F238E27FC236}">
                <a16:creationId xmlns:a16="http://schemas.microsoft.com/office/drawing/2014/main" id="{1E64C438-9DF5-4E47-9DC3-D28C1427A31A}"/>
              </a:ext>
            </a:extLst>
          </p:cNvPr>
          <p:cNvSpPr>
            <a:spLocks xmlns:a="http://schemas.openxmlformats.org/drawingml/2006/main" noGrp="1"/>
          </p:cNvSpPr>
          <p:nvPr/>
        </p:nvSpPr>
        <p:spPr>
          <a:xfrm xmlns:a="http://schemas.openxmlformats.org/drawingml/2006/main">
            <a:off x="609600" y="340995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0">
                <a:solidFill>
                  <a:srgbClr val="FFFFFF"/>
                </a:solidFill>
                <a:latin typeface="Arial"/>
                <a:ea typeface="Arial"/>
                <a:cs typeface="Arial"/>
              </a:defRPr>
            </a:defPPr>
            <a:lvl1pPr>
              <a:defRPr sz="2700" b="0">
                <a:solidFill>
                  <a:srgbClr val="FFFFFF"/>
                </a:solidFill>
                <a:latin typeface="Arial"/>
                <a:ea typeface="Arial"/>
                <a:cs typeface="Arial"/>
              </a:defRPr>
            </a:lvl1pPr>
            <a:lvl2pPr>
              <a:defRPr sz="2700" b="0">
                <a:solidFill>
                  <a:srgbClr val="FFFFFF"/>
                </a:solidFill>
                <a:latin typeface="Arial"/>
                <a:ea typeface="Arial"/>
                <a:cs typeface="Arial"/>
              </a:defRPr>
            </a:lvl2pPr>
            <a:lvl3pPr>
              <a:defRPr sz="2700" b="0">
                <a:solidFill>
                  <a:srgbClr val="FFFFFF"/>
                </a:solidFill>
                <a:latin typeface="Arial"/>
                <a:ea typeface="Arial"/>
                <a:cs typeface="Arial"/>
              </a:defRPr>
            </a:lvl3pPr>
            <a:lvl4pPr>
              <a:defRPr sz="2700" b="0">
                <a:solidFill>
                  <a:srgbClr val="FFFFFF"/>
                </a:solidFill>
                <a:latin typeface="Arial"/>
                <a:ea typeface="Arial"/>
                <a:cs typeface="Arial"/>
              </a:defRPr>
            </a:lvl4pPr>
            <a:lvl5pPr>
              <a:defRPr sz="2700" b="0">
                <a:solidFill>
                  <a:srgbClr val="FFFFFF"/>
                </a:solidFill>
                <a:latin typeface="Arial"/>
                <a:ea typeface="Arial"/>
                <a:cs typeface="Arial"/>
              </a:defRPr>
            </a:lvl5pPr>
            <a:lvl6pPr>
              <a:defRPr sz="2700" b="0">
                <a:solidFill>
                  <a:srgbClr val="FFFFFF"/>
                </a:solidFill>
                <a:latin typeface="Arial"/>
                <a:ea typeface="Arial"/>
                <a:cs typeface="Arial"/>
              </a:defRPr>
            </a:lvl6pPr>
            <a:lvl7pPr>
              <a:defRPr sz="2700" b="0">
                <a:solidFill>
                  <a:srgbClr val="FFFFFF"/>
                </a:solidFill>
                <a:latin typeface="Arial"/>
                <a:ea typeface="Arial"/>
                <a:cs typeface="Arial"/>
              </a:defRPr>
            </a:lvl7pPr>
            <a:lvl8pPr>
              <a:defRPr sz="2700" b="0">
                <a:solidFill>
                  <a:srgbClr val="FFFFFF"/>
                </a:solidFill>
                <a:latin typeface="Arial"/>
                <a:ea typeface="Arial"/>
                <a:cs typeface="Arial"/>
              </a:defRPr>
            </a:lvl8pPr>
            <a:lvl9pPr>
              <a:defRPr sz="2700" b="0">
                <a:solidFill>
                  <a:srgbClr val="FFFFFF"/>
                </a:solidFill>
                <a:latin typeface="Arial"/>
                <a:ea typeface="Arial"/>
                <a:cs typeface="Arial"/>
              </a:defRPr>
            </a:lvl9pPr>
          </a:lstStyle>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final score</a:t>
            </a:r>
          </a:p>
        </p:txBody>
      </p:sp>
      <p:sp>
        <p:nvSpPr>
          <p:cNvPr id="5" name="">
            <a:extLst xmlns:a="http://schemas.openxmlformats.org/drawingml/2006/main">
              <a:ext uri="{FF2B5EF4-FFF2-40B4-BE49-F238E27FC236}">
                <a16:creationId xmlns:a16="http://schemas.microsoft.com/office/drawing/2014/main" id="{8F3B0CD4-D267-4F73-885D-A9512A13A746}"/>
              </a:ext>
            </a:extLst>
          </p:cNvPr>
          <p:cNvSpPr>
            <a:spLocks xmlns:a="http://schemas.openxmlformats.org/drawingml/2006/main" noGrp="1"/>
          </p:cNvSpPr>
          <p:nvPr/>
        </p:nvSpPr>
        <p:spPr>
          <a:xfrm xmlns:a="http://schemas.openxmlformats.org/drawingml/2006/main">
            <a:off x="6191250" y="1866900"/>
            <a:ext cx="5238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0">
                <a:solidFill>
                  <a:srgbClr val="FFFFFF"/>
                </a:solidFill>
                <a:latin typeface="Arial"/>
                <a:ea typeface="Arial"/>
                <a:cs typeface="Arial"/>
              </a:defRPr>
            </a:defPPr>
            <a:lvl1pPr>
              <a:defRPr sz="2700" b="0">
                <a:solidFill>
                  <a:srgbClr val="FFFFFF"/>
                </a:solidFill>
                <a:latin typeface="Arial"/>
                <a:ea typeface="Arial"/>
                <a:cs typeface="Arial"/>
              </a:defRPr>
            </a:lvl1pPr>
            <a:lvl2pPr>
              <a:defRPr sz="2700" b="0">
                <a:solidFill>
                  <a:srgbClr val="FFFFFF"/>
                </a:solidFill>
                <a:latin typeface="Arial"/>
                <a:ea typeface="Arial"/>
                <a:cs typeface="Arial"/>
              </a:defRPr>
            </a:lvl2pPr>
            <a:lvl3pPr>
              <a:defRPr sz="2700" b="0">
                <a:solidFill>
                  <a:srgbClr val="FFFFFF"/>
                </a:solidFill>
                <a:latin typeface="Arial"/>
                <a:ea typeface="Arial"/>
                <a:cs typeface="Arial"/>
              </a:defRPr>
            </a:lvl3pPr>
            <a:lvl4pPr>
              <a:defRPr sz="2700" b="0">
                <a:solidFill>
                  <a:srgbClr val="FFFFFF"/>
                </a:solidFill>
                <a:latin typeface="Arial"/>
                <a:ea typeface="Arial"/>
                <a:cs typeface="Arial"/>
              </a:defRPr>
            </a:lvl4pPr>
            <a:lvl5pPr>
              <a:defRPr sz="2700" b="0">
                <a:solidFill>
                  <a:srgbClr val="FFFFFF"/>
                </a:solidFill>
                <a:latin typeface="Arial"/>
                <a:ea typeface="Arial"/>
                <a:cs typeface="Arial"/>
              </a:defRPr>
            </a:lvl5pPr>
            <a:lvl6pPr>
              <a:defRPr sz="2700" b="0">
                <a:solidFill>
                  <a:srgbClr val="FFFFFF"/>
                </a:solidFill>
                <a:latin typeface="Arial"/>
                <a:ea typeface="Arial"/>
                <a:cs typeface="Arial"/>
              </a:defRPr>
            </a:lvl6pPr>
            <a:lvl7pPr>
              <a:defRPr sz="2700" b="0">
                <a:solidFill>
                  <a:srgbClr val="FFFFFF"/>
                </a:solidFill>
                <a:latin typeface="Arial"/>
                <a:ea typeface="Arial"/>
                <a:cs typeface="Arial"/>
              </a:defRPr>
            </a:lvl7pPr>
            <a:lvl8pPr>
              <a:defRPr sz="2700" b="0">
                <a:solidFill>
                  <a:srgbClr val="FFFFFF"/>
                </a:solidFill>
                <a:latin typeface="Arial"/>
                <a:ea typeface="Arial"/>
                <a:cs typeface="Arial"/>
              </a:defRPr>
            </a:lvl8pPr>
            <a:lvl9pPr>
              <a:defRPr sz="2700" b="0">
                <a:solidFill>
                  <a:srgbClr val="FFFFFF"/>
                </a:solidFill>
                <a:latin typeface="Arial"/>
                <a:ea typeface="Arial"/>
                <a:cs typeface="Arial"/>
              </a:defRPr>
            </a:lvl9pPr>
          </a:lstStyle>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22 kills</a:t>
            </a:r>
          </a:p>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3 waves completed</a:t>
            </a:r>
          </a:p>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3 lives remaining</a:t>
            </a:r>
          </a:p>
        </p:txBody>
      </p:sp>
      <p:sp>
        <p:nvSpPr>
          <p:cNvPr id="6" name="">
            <a:extLst xmlns:a="http://schemas.openxmlformats.org/drawingml/2006/main">
              <a:ext uri="{FF2B5EF4-FFF2-40B4-BE49-F238E27FC236}">
                <a16:creationId xmlns:a16="http://schemas.microsoft.com/office/drawing/2014/main" id="{1EB31425-0B8D-45E8-9E38-AF394CDBB0AC}"/>
              </a:ext>
            </a:extLst>
          </p:cNvPr>
          <p:cNvSpPr>
            <a:spLocks xmlns:a="http://schemas.openxmlformats.org/drawingml/2006/main" noGrp="1"/>
          </p:cNvSpPr>
          <p:nvPr/>
        </p:nvSpPr>
        <p:spPr>
          <a:xfrm xmlns:a="http://schemas.openxmlformats.org/drawingml/2006/main">
            <a:off x="609600" y="47148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DDE9E2"/>
                </a:solidFill>
                <a:latin typeface="Arial"/>
                <a:ea typeface="Arial"/>
                <a:cs typeface="Arial"/>
              </a:defRPr>
            </a:defPPr>
            <a:lvl1pPr>
              <a:defRPr sz="2550" b="1">
                <a:solidFill>
                  <a:srgbClr val="DDE9E2"/>
                </a:solidFill>
                <a:latin typeface="Arial"/>
                <a:ea typeface="Arial"/>
                <a:cs typeface="Arial"/>
              </a:defRPr>
            </a:lvl1pPr>
            <a:lvl2pPr>
              <a:defRPr sz="2550" b="1">
                <a:solidFill>
                  <a:srgbClr val="DDE9E2"/>
                </a:solidFill>
                <a:latin typeface="Arial"/>
                <a:ea typeface="Arial"/>
                <a:cs typeface="Arial"/>
              </a:defRPr>
            </a:lvl2pPr>
            <a:lvl3pPr>
              <a:defRPr sz="2550" b="1">
                <a:solidFill>
                  <a:srgbClr val="DDE9E2"/>
                </a:solidFill>
                <a:latin typeface="Arial"/>
                <a:ea typeface="Arial"/>
                <a:cs typeface="Arial"/>
              </a:defRPr>
            </a:lvl3pPr>
            <a:lvl4pPr>
              <a:defRPr sz="2550" b="1">
                <a:solidFill>
                  <a:srgbClr val="DDE9E2"/>
                </a:solidFill>
                <a:latin typeface="Arial"/>
                <a:ea typeface="Arial"/>
                <a:cs typeface="Arial"/>
              </a:defRPr>
            </a:lvl4pPr>
            <a:lvl5pPr>
              <a:defRPr sz="2550" b="1">
                <a:solidFill>
                  <a:srgbClr val="DDE9E2"/>
                </a:solidFill>
                <a:latin typeface="Arial"/>
                <a:ea typeface="Arial"/>
                <a:cs typeface="Arial"/>
              </a:defRPr>
            </a:lvl5pPr>
            <a:lvl6pPr>
              <a:defRPr sz="2550" b="1">
                <a:solidFill>
                  <a:srgbClr val="DDE9E2"/>
                </a:solidFill>
                <a:latin typeface="Arial"/>
                <a:ea typeface="Arial"/>
                <a:cs typeface="Arial"/>
              </a:defRPr>
            </a:lvl6pPr>
            <a:lvl7pPr>
              <a:defRPr sz="2550" b="1">
                <a:solidFill>
                  <a:srgbClr val="DDE9E2"/>
                </a:solidFill>
                <a:latin typeface="Arial"/>
                <a:ea typeface="Arial"/>
                <a:cs typeface="Arial"/>
              </a:defRPr>
            </a:lvl7pPr>
            <a:lvl8pPr>
              <a:defRPr sz="2550" b="1">
                <a:solidFill>
                  <a:srgbClr val="DDE9E2"/>
                </a:solidFill>
                <a:latin typeface="Arial"/>
                <a:ea typeface="Arial"/>
                <a:cs typeface="Arial"/>
              </a:defRPr>
            </a:lvl8pPr>
            <a:lvl9pPr>
              <a:defRPr sz="2550" b="1">
                <a:solidFill>
                  <a:srgbClr val="DDE9E2"/>
                </a:solidFill>
                <a:latin typeface="Arial"/>
                <a:ea typeface="Arial"/>
                <a:cs typeface="Arial"/>
              </a:defRPr>
            </a:lvl9pPr>
          </a:lstStyle>
          <a:p xmlns:a="http://schemas.openxmlformats.org/drawingml/2006/main">
            <a:pPr>
              <a:defRPr sz="2550" b="1">
                <a:solidFill>
                  <a:srgbClr val="DDE9E2"/>
                </a:solidFill>
                <a:latin typeface="Arial"/>
                <a:ea typeface="Arial"/>
                <a:cs typeface="Arial"/>
              </a:defRPr>
            </a:pPr>
            <a:r>
              <a:rPr sz="2550" b="1">
                <a:solidFill>
                  <a:srgbClr val="DDE9E2"/>
                </a:solidFill>
                <a:latin typeface="Arial"/>
                <a:ea typeface="Arial"/>
                <a:cs typeface="Arial"/>
              </a:rPr>
              <a:t>22 × 10 + 3 × 100 + 3 × 20 = 580</a:t>
            </a:r>
          </a:p>
        </p:txBody>
      </p:sp>
      <p:sp>
        <p:nvSpPr>
          <p:cNvPr id="7" name="">
            <a:extLst xmlns:a="http://schemas.openxmlformats.org/drawingml/2006/main">
              <a:ext uri="{FF2B5EF4-FFF2-40B4-BE49-F238E27FC236}">
                <a16:creationId xmlns:a16="http://schemas.microsoft.com/office/drawing/2014/main" id="{B3274B5C-5D0D-4759-9CB9-6B88D110D3DA}"/>
              </a:ext>
            </a:extLst>
          </p:cNvPr>
          <p:cNvSpPr>
            <a:spLocks xmlns:a="http://schemas.openxmlformats.org/drawingml/2006/main" noGrp="1"/>
          </p:cNvSpPr>
          <p:nvPr/>
        </p:nvSpPr>
        <p:spPr>
          <a:xfrm xmlns:a="http://schemas.openxmlformats.org/drawingml/2006/main">
            <a:off x="609600" y="55816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DDE9E2"/>
                </a:solidFill>
                <a:latin typeface="Arial"/>
                <a:ea typeface="Arial"/>
                <a:cs typeface="Arial"/>
              </a:defRPr>
            </a:defPPr>
            <a:lvl1pPr>
              <a:defRPr sz="2100" b="0">
                <a:solidFill>
                  <a:srgbClr val="DDE9E2"/>
                </a:solidFill>
                <a:latin typeface="Arial"/>
                <a:ea typeface="Arial"/>
                <a:cs typeface="Arial"/>
              </a:defRPr>
            </a:lvl1pPr>
            <a:lvl2pPr>
              <a:defRPr sz="2100" b="0">
                <a:solidFill>
                  <a:srgbClr val="DDE9E2"/>
                </a:solidFill>
                <a:latin typeface="Arial"/>
                <a:ea typeface="Arial"/>
                <a:cs typeface="Arial"/>
              </a:defRPr>
            </a:lvl2pPr>
            <a:lvl3pPr>
              <a:defRPr sz="2100" b="0">
                <a:solidFill>
                  <a:srgbClr val="DDE9E2"/>
                </a:solidFill>
                <a:latin typeface="Arial"/>
                <a:ea typeface="Arial"/>
                <a:cs typeface="Arial"/>
              </a:defRPr>
            </a:lvl3pPr>
            <a:lvl4pPr>
              <a:defRPr sz="2100" b="0">
                <a:solidFill>
                  <a:srgbClr val="DDE9E2"/>
                </a:solidFill>
                <a:latin typeface="Arial"/>
                <a:ea typeface="Arial"/>
                <a:cs typeface="Arial"/>
              </a:defRPr>
            </a:lvl4pPr>
            <a:lvl5pPr>
              <a:defRPr sz="2100" b="0">
                <a:solidFill>
                  <a:srgbClr val="DDE9E2"/>
                </a:solidFill>
                <a:latin typeface="Arial"/>
                <a:ea typeface="Arial"/>
                <a:cs typeface="Arial"/>
              </a:defRPr>
            </a:lvl5pPr>
            <a:lvl6pPr>
              <a:defRPr sz="2100" b="0">
                <a:solidFill>
                  <a:srgbClr val="DDE9E2"/>
                </a:solidFill>
                <a:latin typeface="Arial"/>
                <a:ea typeface="Arial"/>
                <a:cs typeface="Arial"/>
              </a:defRPr>
            </a:lvl6pPr>
            <a:lvl7pPr>
              <a:defRPr sz="2100" b="0">
                <a:solidFill>
                  <a:srgbClr val="DDE9E2"/>
                </a:solidFill>
                <a:latin typeface="Arial"/>
                <a:ea typeface="Arial"/>
                <a:cs typeface="Arial"/>
              </a:defRPr>
            </a:lvl7pPr>
            <a:lvl8pPr>
              <a:defRPr sz="2100" b="0">
                <a:solidFill>
                  <a:srgbClr val="DDE9E2"/>
                </a:solidFill>
                <a:latin typeface="Arial"/>
                <a:ea typeface="Arial"/>
                <a:cs typeface="Arial"/>
              </a:defRPr>
            </a:lvl8pPr>
            <a:lvl9pPr>
              <a:defRPr sz="2100" b="0">
                <a:solidFill>
                  <a:srgbClr val="DDE9E2"/>
                </a:solidFill>
                <a:latin typeface="Arial"/>
                <a:ea typeface="Arial"/>
                <a:cs typeface="Arial"/>
              </a:defRPr>
            </a:lvl9pPr>
          </a:lstStyle>
          <a:p xmlns:a="http://schemas.openxmlformats.org/drawingml/2006/main">
            <a:pPr>
              <a:defRPr sz="2100" b="0">
                <a:solidFill>
                  <a:srgbClr val="DDE9E2"/>
                </a:solidFill>
                <a:latin typeface="Arial"/>
                <a:ea typeface="Arial"/>
                <a:cs typeface="Arial"/>
              </a:defRPr>
            </a:pPr>
            <a:r>
              <a:rPr sz="2100" b="0">
                <a:solidFill>
                  <a:srgbClr val="DDE9E2"/>
                </a:solidFill>
                <a:latin typeface="Arial"/>
                <a:ea typeface="Arial"/>
                <a:cs typeface="Arial"/>
              </a:rPr>
              <a:t>Victory at tick 75</a:t>
            </a:r>
          </a:p>
        </p:txBody>
      </p:sp>
    </p:spTree>
    <p:extLst>
      <p:ext uri="{BB962C8B-B14F-4D97-AF65-F5344CB8AC3E}">
        <p14:creationId xmlns:p14="http://schemas.microsoft.com/office/powerpoint/2010/main" val="152876520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72C60BE-48C4-4C6B-B031-E6CCE28E4092}"/>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72E29"/>
                </a:solidFill>
                <a:latin typeface="Arial"/>
                <a:ea typeface="Arial"/>
                <a:cs typeface="Arial"/>
              </a:defRPr>
            </a:defPPr>
            <a:lvl1pPr>
              <a:defRPr sz="3300" b="1">
                <a:solidFill>
                  <a:srgbClr val="172E29"/>
                </a:solidFill>
                <a:latin typeface="Arial"/>
                <a:ea typeface="Arial"/>
                <a:cs typeface="Arial"/>
              </a:defRPr>
            </a:lvl1pPr>
            <a:lvl2pPr>
              <a:defRPr sz="3300" b="1">
                <a:solidFill>
                  <a:srgbClr val="172E29"/>
                </a:solidFill>
                <a:latin typeface="Arial"/>
                <a:ea typeface="Arial"/>
                <a:cs typeface="Arial"/>
              </a:defRPr>
            </a:lvl2pPr>
            <a:lvl3pPr>
              <a:defRPr sz="3300" b="1">
                <a:solidFill>
                  <a:srgbClr val="172E29"/>
                </a:solidFill>
                <a:latin typeface="Arial"/>
                <a:ea typeface="Arial"/>
                <a:cs typeface="Arial"/>
              </a:defRPr>
            </a:lvl3pPr>
            <a:lvl4pPr>
              <a:defRPr sz="3300" b="1">
                <a:solidFill>
                  <a:srgbClr val="172E29"/>
                </a:solidFill>
                <a:latin typeface="Arial"/>
                <a:ea typeface="Arial"/>
                <a:cs typeface="Arial"/>
              </a:defRPr>
            </a:lvl4pPr>
            <a:lvl5pPr>
              <a:defRPr sz="3300" b="1">
                <a:solidFill>
                  <a:srgbClr val="172E29"/>
                </a:solidFill>
                <a:latin typeface="Arial"/>
                <a:ea typeface="Arial"/>
                <a:cs typeface="Arial"/>
              </a:defRPr>
            </a:lvl5pPr>
            <a:lvl6pPr>
              <a:defRPr sz="3300" b="1">
                <a:solidFill>
                  <a:srgbClr val="172E29"/>
                </a:solidFill>
                <a:latin typeface="Arial"/>
                <a:ea typeface="Arial"/>
                <a:cs typeface="Arial"/>
              </a:defRPr>
            </a:lvl6pPr>
            <a:lvl7pPr>
              <a:defRPr sz="3300" b="1">
                <a:solidFill>
                  <a:srgbClr val="172E29"/>
                </a:solidFill>
                <a:latin typeface="Arial"/>
                <a:ea typeface="Arial"/>
                <a:cs typeface="Arial"/>
              </a:defRPr>
            </a:lvl7pPr>
            <a:lvl8pPr>
              <a:defRPr sz="3300" b="1">
                <a:solidFill>
                  <a:srgbClr val="172E29"/>
                </a:solidFill>
                <a:latin typeface="Arial"/>
                <a:ea typeface="Arial"/>
                <a:cs typeface="Arial"/>
              </a:defRPr>
            </a:lvl8pPr>
            <a:lvl9pPr>
              <a:defRPr sz="3300" b="1">
                <a:solidFill>
                  <a:srgbClr val="172E29"/>
                </a:solidFill>
                <a:latin typeface="Arial"/>
                <a:ea typeface="Arial"/>
                <a:cs typeface="Arial"/>
              </a:defRPr>
            </a:lvl9pPr>
          </a:lstStyle>
          <a:p xmlns:a="http://schemas.openxmlformats.org/drawingml/2006/main">
            <a:pPr>
              <a:defRPr sz="3300" b="1">
                <a:solidFill>
                  <a:srgbClr val="172E29"/>
                </a:solidFill>
                <a:latin typeface="Arial"/>
                <a:ea typeface="Arial"/>
                <a:cs typeface="Arial"/>
              </a:defRPr>
            </a:pPr>
            <a:r>
              <a:rPr sz="3300" b="1">
                <a:solidFill>
                  <a:srgbClr val="172E29"/>
                </a:solidFill>
                <a:latin typeface="Arial"/>
                <a:ea typeface="Arial"/>
                <a:cs typeface="Arial"/>
              </a:rPr>
              <a:t>Current limits and next work</a:t>
            </a:r>
          </a:p>
        </p:txBody>
      </p:sp>
      <p:sp>
        <p:nvSpPr>
          <p:cNvPr id="2" name="">
            <a:extLst xmlns:a="http://schemas.openxmlformats.org/drawingml/2006/main">
              <a:ext uri="{FF2B5EF4-FFF2-40B4-BE49-F238E27FC236}">
                <a16:creationId xmlns:a16="http://schemas.microsoft.com/office/drawing/2014/main" id="{8895B3F1-437F-4630-AC6E-0AF631CFF66E}"/>
              </a:ext>
            </a:extLst>
          </p:cNvPr>
          <p:cNvSpPr>
            <a:spLocks xmlns:a="http://schemas.openxmlformats.org/drawingml/2006/main" noGrp="1"/>
          </p:cNvSpPr>
          <p:nvPr/>
        </p:nvSpPr>
        <p:spPr>
          <a:xfrm xmlns:a="http://schemas.openxmlformats.org/drawingml/2006/main">
            <a:off x="10991850" y="630555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3615C"/>
                </a:solidFill>
                <a:latin typeface="Arial"/>
                <a:ea typeface="Arial"/>
                <a:cs typeface="Arial"/>
              </a:defRPr>
            </a:defPPr>
            <a:lvl1pPr>
              <a:defRPr sz="1200" b="0">
                <a:solidFill>
                  <a:srgbClr val="53615C"/>
                </a:solidFill>
                <a:latin typeface="Arial"/>
                <a:ea typeface="Arial"/>
                <a:cs typeface="Arial"/>
              </a:defRPr>
            </a:lvl1pPr>
            <a:lvl2pPr>
              <a:defRPr sz="1200" b="0">
                <a:solidFill>
                  <a:srgbClr val="53615C"/>
                </a:solidFill>
                <a:latin typeface="Arial"/>
                <a:ea typeface="Arial"/>
                <a:cs typeface="Arial"/>
              </a:defRPr>
            </a:lvl2pPr>
            <a:lvl3pPr>
              <a:defRPr sz="1200" b="0">
                <a:solidFill>
                  <a:srgbClr val="53615C"/>
                </a:solidFill>
                <a:latin typeface="Arial"/>
                <a:ea typeface="Arial"/>
                <a:cs typeface="Arial"/>
              </a:defRPr>
            </a:lvl3pPr>
            <a:lvl4pPr>
              <a:defRPr sz="1200" b="0">
                <a:solidFill>
                  <a:srgbClr val="53615C"/>
                </a:solidFill>
                <a:latin typeface="Arial"/>
                <a:ea typeface="Arial"/>
                <a:cs typeface="Arial"/>
              </a:defRPr>
            </a:lvl4pPr>
            <a:lvl5pPr>
              <a:defRPr sz="1200" b="0">
                <a:solidFill>
                  <a:srgbClr val="53615C"/>
                </a:solidFill>
                <a:latin typeface="Arial"/>
                <a:ea typeface="Arial"/>
                <a:cs typeface="Arial"/>
              </a:defRPr>
            </a:lvl5pPr>
            <a:lvl6pPr>
              <a:defRPr sz="1200" b="0">
                <a:solidFill>
                  <a:srgbClr val="53615C"/>
                </a:solidFill>
                <a:latin typeface="Arial"/>
                <a:ea typeface="Arial"/>
                <a:cs typeface="Arial"/>
              </a:defRPr>
            </a:lvl6pPr>
            <a:lvl7pPr>
              <a:defRPr sz="1200" b="0">
                <a:solidFill>
                  <a:srgbClr val="53615C"/>
                </a:solidFill>
                <a:latin typeface="Arial"/>
                <a:ea typeface="Arial"/>
                <a:cs typeface="Arial"/>
              </a:defRPr>
            </a:lvl7pPr>
            <a:lvl8pPr>
              <a:defRPr sz="1200" b="0">
                <a:solidFill>
                  <a:srgbClr val="53615C"/>
                </a:solidFill>
                <a:latin typeface="Arial"/>
                <a:ea typeface="Arial"/>
                <a:cs typeface="Arial"/>
              </a:defRPr>
            </a:lvl8pPr>
            <a:lvl9pPr>
              <a:defRPr sz="1200" b="0">
                <a:solidFill>
                  <a:srgbClr val="53615C"/>
                </a:solidFill>
                <a:latin typeface="Arial"/>
                <a:ea typeface="Arial"/>
                <a:cs typeface="Arial"/>
              </a:defRPr>
            </a:lvl9pPr>
          </a:lstStyle>
          <a:p xmlns:a="http://schemas.openxmlformats.org/drawingml/2006/main">
            <a:pPr>
              <a:defRPr sz="1200" b="0">
                <a:solidFill>
                  <a:srgbClr val="53615C"/>
                </a:solidFill>
                <a:latin typeface="Arial"/>
                <a:ea typeface="Arial"/>
                <a:cs typeface="Arial"/>
              </a:defRPr>
            </a:pPr>
            <a:r>
              <a:rPr sz="1200" b="0">
                <a:solidFill>
                  <a:srgbClr val="53615C"/>
                </a:solidFill>
                <a:latin typeface="Arial"/>
                <a:ea typeface="Arial"/>
                <a:cs typeface="Arial"/>
              </a:rPr>
              <a:t>13</a:t>
            </a:r>
          </a:p>
        </p:txBody>
      </p:sp>
      <p:graphicFrame>
        <p:nvGraphicFramePr>
          <p:cNvPr id="3" name="">
            <a:extLst xmlns:a="http://schemas.openxmlformats.org/drawingml/2006/main">
              <a:ext uri="{FF2B5EF4-FFF2-40B4-BE49-F238E27FC236}">
                <a16:creationId xmlns:a16="http://schemas.microsoft.com/office/drawing/2014/main" id="{B45CB983-AED6-499E-A45E-B0A61DB0DB24}"/>
              </a:ext>
            </a:extLst>
          </p:cNvPr>
          <p:cNvGraphicFramePr/>
          <p:nvPr/>
        </p:nvGraphicFramePr>
        <p:xfrm>
          <a:off xmlns:a="http://schemas.openxmlformats.org/drawingml/2006/main" x="609600" y="1666875"/>
          <a:ext xmlns:a="http://schemas.openxmlformats.org/drawingml/2006/main" cx="10972800" cy="3333750"/>
        </p:xfrm>
        <a:graphic xmlns:a="http://schemas.openxmlformats.org/drawingml/2006/main">
          <a:graphicData uri="http://schemas.openxmlformats.org/drawingml/2006/table">
            <a:tbl>
              <a:tblPr/>
              <a:tblGrid>
                <a:gridCol w="5619750"/>
                <a:gridCol w="5353050"/>
              </a:tblGrid>
              <a:tr h="555625">
                <a:tc>
                  <a:txBody>
                    <a:bodyPr lIns="133350" tIns="133350" rIns="133350" bIns="133350"/>
                    <a:lstStyle/>
                    <a:p>
                      <a:r>
                        <a:rPr sz="1725" b="1">
                          <a:solidFill>
                            <a:srgbClr val="FFFFFF"/>
                          </a:solidFill>
                          <a:latin typeface="Arial"/>
                          <a:ea typeface="Arial"/>
                          <a:cs typeface="Arial"/>
                        </a:rPr>
                        <a:t>Current boundary</a:t>
                      </a:r>
                    </a:p>
                  </a:txBody>
                  <a:tcPr marL="91440" marR="91440" marT="45720" marB="45720" anchor="ctr">
                    <a:lnL w="9525">
                      <a:solidFill>
                        <a:srgbClr val="D6E0DA"/>
                      </a:solidFill>
                      <a:prstDash val="solid"/>
                    </a:lnL>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c>
                  <a:txBody>
                    <a:bodyPr lIns="133350" tIns="133350" rIns="133350" bIns="133350"/>
                    <a:lstStyle/>
                    <a:p>
                      <a:r>
                        <a:rPr sz="1725" b="1">
                          <a:solidFill>
                            <a:srgbClr val="FFFFFF"/>
                          </a:solidFill>
                          <a:latin typeface="Arial"/>
                          <a:ea typeface="Arial"/>
                          <a:cs typeface="Arial"/>
                        </a:rPr>
                        <a:t>Next work</a:t>
                      </a:r>
                    </a:p>
                  </a:txBody>
                  <a:tcPr marL="91440" marR="91440" marT="45720" marB="45720" anchor="ctr">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r>
              <a:tr h="555625">
                <a:tc>
                  <a:txBody>
                    <a:bodyPr lIns="133350" tIns="133350" rIns="133350" bIns="133350"/>
                    <a:lstStyle/>
                    <a:p>
                      <a:r>
                        <a:rPr sz="1725" b="0">
                          <a:solidFill>
                            <a:srgbClr val="172E29"/>
                          </a:solidFill>
                          <a:latin typeface="Arial"/>
                          <a:ea typeface="Arial"/>
                          <a:cs typeface="Arial"/>
                        </a:rPr>
                        <a:t>Standalone console engine</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Connect API and frontend</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r h="555625">
                <a:tc>
                  <a:txBody>
                    <a:bodyPr lIns="133350" tIns="133350" rIns="133350" bIns="133350"/>
                    <a:lstStyle/>
                    <a:p>
                      <a:r>
                        <a:rPr sz="1725" b="0">
                          <a:solidFill>
                            <a:srgbClr val="172E29"/>
                          </a:solidFill>
                          <a:latin typeface="Arial"/>
                          <a:ea typeface="Arial"/>
                          <a:cs typeface="Arial"/>
                        </a:rPr>
                        <a:t>Leaderboard in memory</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Add persistence if required</a:t>
                      </a:r>
                    </a:p>
                  </a:txBody>
                  <a:tcPr marL="91440" marR="91440" marT="45720" marB="45720" anchor="ctr">
                    <a:lnR w="9525">
                      <a:solidFill>
                        <a:srgbClr val="D6E0DA"/>
                      </a:solidFill>
                      <a:prstDash val="solid"/>
                    </a:lnR>
                    <a:lnB w="9525">
                      <a:solidFill>
                        <a:srgbClr val="D6E0DA"/>
                      </a:solidFill>
                      <a:prstDash val="solid"/>
                    </a:lnB>
                    <a:solidFill>
                      <a:srgbClr val="FFFFFF"/>
                    </a:solidFill>
                  </a:tcPr>
                </a:tc>
              </a:tr>
              <a:tr h="555625">
                <a:tc>
                  <a:txBody>
                    <a:bodyPr lIns="133350" tIns="133350" rIns="133350" bIns="133350"/>
                    <a:lstStyle/>
                    <a:p>
                      <a:r>
                        <a:rPr sz="1725" b="0">
                          <a:solidFill>
                            <a:srgbClr val="172E29"/>
                          </a:solidFill>
                          <a:latin typeface="Arial"/>
                          <a:ea typeface="Arial"/>
                          <a:cs typeface="Arial"/>
                        </a:rPr>
                        <a:t>Linear duplicate-ID check</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Consider a second ID index</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r h="555625">
                <a:tc>
                  <a:txBody>
                    <a:bodyPr lIns="133350" tIns="133350" rIns="133350" bIns="133350"/>
                    <a:lstStyle/>
                    <a:p>
                      <a:r>
                        <a:rPr sz="1725" b="0">
                          <a:solidFill>
                            <a:srgbClr val="172E29"/>
                          </a:solidFill>
                          <a:latin typeface="Arial"/>
                          <a:ea typeface="Arial"/>
                          <a:cs typeface="Arial"/>
                        </a:rPr>
                        <a:t>Ordered array cleanup</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Profile and improve entity removal</a:t>
                      </a:r>
                    </a:p>
                  </a:txBody>
                  <a:tcPr marL="91440" marR="91440" marT="45720" marB="45720" anchor="ctr">
                    <a:lnR w="9525">
                      <a:solidFill>
                        <a:srgbClr val="D6E0DA"/>
                      </a:solidFill>
                      <a:prstDash val="solid"/>
                    </a:lnR>
                    <a:lnB w="9525">
                      <a:solidFill>
                        <a:srgbClr val="D6E0DA"/>
                      </a:solidFill>
                      <a:prstDash val="solid"/>
                    </a:lnB>
                    <a:solidFill>
                      <a:srgbClr val="FFFFFF"/>
                    </a:solidFill>
                  </a:tcPr>
                </a:tc>
              </a:tr>
              <a:tr h="555625">
                <a:tc>
                  <a:txBody>
                    <a:bodyPr lIns="133350" tIns="133350" rIns="133350" bIns="133350"/>
                    <a:lstStyle/>
                    <a:p>
                      <a:r>
                        <a:rPr sz="1725" b="0">
                          <a:solidFill>
                            <a:srgbClr val="172E29"/>
                          </a:solidFill>
                          <a:latin typeface="Arial"/>
                          <a:ea typeface="Arial"/>
                          <a:cs typeface="Arial"/>
                        </a:rPr>
                        <a:t>Fixed ordered route</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Add graph search only for route choice</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bl>
          </a:graphicData>
        </a:graphic>
      </p:graphicFrame>
      <p:sp>
        <p:nvSpPr>
          <p:cNvPr id="4" name="">
            <a:extLst xmlns:a="http://schemas.openxmlformats.org/drawingml/2006/main">
              <a:ext uri="{FF2B5EF4-FFF2-40B4-BE49-F238E27FC236}">
                <a16:creationId xmlns:a16="http://schemas.microsoft.com/office/drawing/2014/main" id="{DA02D11A-E050-49AA-89AA-783AA10FE408}"/>
              </a:ext>
            </a:extLst>
          </p:cNvPr>
          <p:cNvSpPr>
            <a:spLocks xmlns:a="http://schemas.openxmlformats.org/drawingml/2006/main" noGrp="1"/>
          </p:cNvSpPr>
          <p:nvPr/>
        </p:nvSpPr>
        <p:spPr>
          <a:xfrm xmlns:a="http://schemas.openxmlformats.org/drawingml/2006/main">
            <a:off x="609600" y="56197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3615C"/>
                </a:solidFill>
                <a:latin typeface="Arial"/>
                <a:ea typeface="Arial"/>
                <a:cs typeface="Arial"/>
              </a:defRPr>
            </a:defPPr>
            <a:lvl1pPr>
              <a:defRPr sz="1800" b="0">
                <a:solidFill>
                  <a:srgbClr val="53615C"/>
                </a:solidFill>
                <a:latin typeface="Arial"/>
                <a:ea typeface="Arial"/>
                <a:cs typeface="Arial"/>
              </a:defRPr>
            </a:lvl1pPr>
            <a:lvl2pPr>
              <a:defRPr sz="1800" b="0">
                <a:solidFill>
                  <a:srgbClr val="53615C"/>
                </a:solidFill>
                <a:latin typeface="Arial"/>
                <a:ea typeface="Arial"/>
                <a:cs typeface="Arial"/>
              </a:defRPr>
            </a:lvl2pPr>
            <a:lvl3pPr>
              <a:defRPr sz="1800" b="0">
                <a:solidFill>
                  <a:srgbClr val="53615C"/>
                </a:solidFill>
                <a:latin typeface="Arial"/>
                <a:ea typeface="Arial"/>
                <a:cs typeface="Arial"/>
              </a:defRPr>
            </a:lvl3pPr>
            <a:lvl4pPr>
              <a:defRPr sz="1800" b="0">
                <a:solidFill>
                  <a:srgbClr val="53615C"/>
                </a:solidFill>
                <a:latin typeface="Arial"/>
                <a:ea typeface="Arial"/>
                <a:cs typeface="Arial"/>
              </a:defRPr>
            </a:lvl4pPr>
            <a:lvl5pPr>
              <a:defRPr sz="1800" b="0">
                <a:solidFill>
                  <a:srgbClr val="53615C"/>
                </a:solidFill>
                <a:latin typeface="Arial"/>
                <a:ea typeface="Arial"/>
                <a:cs typeface="Arial"/>
              </a:defRPr>
            </a:lvl5pPr>
            <a:lvl6pPr>
              <a:defRPr sz="1800" b="0">
                <a:solidFill>
                  <a:srgbClr val="53615C"/>
                </a:solidFill>
                <a:latin typeface="Arial"/>
                <a:ea typeface="Arial"/>
                <a:cs typeface="Arial"/>
              </a:defRPr>
            </a:lvl6pPr>
            <a:lvl7pPr>
              <a:defRPr sz="1800" b="0">
                <a:solidFill>
                  <a:srgbClr val="53615C"/>
                </a:solidFill>
                <a:latin typeface="Arial"/>
                <a:ea typeface="Arial"/>
                <a:cs typeface="Arial"/>
              </a:defRPr>
            </a:lvl7pPr>
            <a:lvl8pPr>
              <a:defRPr sz="1800" b="0">
                <a:solidFill>
                  <a:srgbClr val="53615C"/>
                </a:solidFill>
                <a:latin typeface="Arial"/>
                <a:ea typeface="Arial"/>
                <a:cs typeface="Arial"/>
              </a:defRPr>
            </a:lvl8pPr>
            <a:lvl9pPr>
              <a:defRPr sz="1800" b="0">
                <a:solidFill>
                  <a:srgbClr val="53615C"/>
                </a:solidFill>
                <a:latin typeface="Arial"/>
                <a:ea typeface="Arial"/>
                <a:cs typeface="Arial"/>
              </a:defRPr>
            </a:lvl9pPr>
          </a:lstStyle>
          <a:p xmlns:a="http://schemas.openxmlformats.org/drawingml/2006/main">
            <a:pPr>
              <a:defRPr sz="1800" b="0">
                <a:solidFill>
                  <a:srgbClr val="53615C"/>
                </a:solidFill>
                <a:latin typeface="Arial"/>
                <a:ea typeface="Arial"/>
                <a:cs typeface="Arial"/>
              </a:defRPr>
            </a:pPr>
            <a:r>
              <a:rPr sz="1800" b="0">
                <a:solidFill>
                  <a:srgbClr val="53615C"/>
                </a:solidFill>
                <a:latin typeface="Arial"/>
                <a:ea typeface="Arial"/>
                <a:cs typeface="Arial"/>
              </a:rPr>
              <a:t>The current deliverable is a tested DSA console simulation</a:t>
            </a:r>
          </a:p>
        </p:txBody>
      </p:sp>
    </p:spTree>
    <p:extLst>
      <p:ext uri="{BB962C8B-B14F-4D97-AF65-F5344CB8AC3E}">
        <p14:creationId xmlns:p14="http://schemas.microsoft.com/office/powerpoint/2010/main" val="210746825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194C2B-FAC6-4112-A1A7-4239A3834BD9}"/>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72E29"/>
                </a:solidFill>
                <a:latin typeface="Arial"/>
                <a:ea typeface="Arial"/>
                <a:cs typeface="Arial"/>
              </a:defRPr>
            </a:defPPr>
            <a:lvl1pPr>
              <a:defRPr sz="3300" b="1">
                <a:solidFill>
                  <a:srgbClr val="172E29"/>
                </a:solidFill>
                <a:latin typeface="Arial"/>
                <a:ea typeface="Arial"/>
                <a:cs typeface="Arial"/>
              </a:defRPr>
            </a:lvl1pPr>
            <a:lvl2pPr>
              <a:defRPr sz="3300" b="1">
                <a:solidFill>
                  <a:srgbClr val="172E29"/>
                </a:solidFill>
                <a:latin typeface="Arial"/>
                <a:ea typeface="Arial"/>
                <a:cs typeface="Arial"/>
              </a:defRPr>
            </a:lvl2pPr>
            <a:lvl3pPr>
              <a:defRPr sz="3300" b="1">
                <a:solidFill>
                  <a:srgbClr val="172E29"/>
                </a:solidFill>
                <a:latin typeface="Arial"/>
                <a:ea typeface="Arial"/>
                <a:cs typeface="Arial"/>
              </a:defRPr>
            </a:lvl3pPr>
            <a:lvl4pPr>
              <a:defRPr sz="3300" b="1">
                <a:solidFill>
                  <a:srgbClr val="172E29"/>
                </a:solidFill>
                <a:latin typeface="Arial"/>
                <a:ea typeface="Arial"/>
                <a:cs typeface="Arial"/>
              </a:defRPr>
            </a:lvl4pPr>
            <a:lvl5pPr>
              <a:defRPr sz="3300" b="1">
                <a:solidFill>
                  <a:srgbClr val="172E29"/>
                </a:solidFill>
                <a:latin typeface="Arial"/>
                <a:ea typeface="Arial"/>
                <a:cs typeface="Arial"/>
              </a:defRPr>
            </a:lvl5pPr>
            <a:lvl6pPr>
              <a:defRPr sz="3300" b="1">
                <a:solidFill>
                  <a:srgbClr val="172E29"/>
                </a:solidFill>
                <a:latin typeface="Arial"/>
                <a:ea typeface="Arial"/>
                <a:cs typeface="Arial"/>
              </a:defRPr>
            </a:lvl6pPr>
            <a:lvl7pPr>
              <a:defRPr sz="3300" b="1">
                <a:solidFill>
                  <a:srgbClr val="172E29"/>
                </a:solidFill>
                <a:latin typeface="Arial"/>
                <a:ea typeface="Arial"/>
                <a:cs typeface="Arial"/>
              </a:defRPr>
            </a:lvl7pPr>
            <a:lvl8pPr>
              <a:defRPr sz="3300" b="1">
                <a:solidFill>
                  <a:srgbClr val="172E29"/>
                </a:solidFill>
                <a:latin typeface="Arial"/>
                <a:ea typeface="Arial"/>
                <a:cs typeface="Arial"/>
              </a:defRPr>
            </a:lvl8pPr>
            <a:lvl9pPr>
              <a:defRPr sz="3300" b="1">
                <a:solidFill>
                  <a:srgbClr val="172E29"/>
                </a:solidFill>
                <a:latin typeface="Arial"/>
                <a:ea typeface="Arial"/>
                <a:cs typeface="Arial"/>
              </a:defRPr>
            </a:lvl9pPr>
          </a:lstStyle>
          <a:p xmlns:a="http://schemas.openxmlformats.org/drawingml/2006/main">
            <a:pPr>
              <a:defRPr sz="3300" b="1">
                <a:solidFill>
                  <a:srgbClr val="172E29"/>
                </a:solidFill>
                <a:latin typeface="Arial"/>
                <a:ea typeface="Arial"/>
                <a:cs typeface="Arial"/>
              </a:defRPr>
            </a:pPr>
            <a:r>
              <a:rPr sz="3300" b="1">
                <a:solidFill>
                  <a:srgbClr val="172E29"/>
                </a:solidFill>
                <a:latin typeface="Arial"/>
                <a:ea typeface="Arial"/>
                <a:cs typeface="Arial"/>
              </a:rPr>
              <a:t>Defence questions</a:t>
            </a:r>
          </a:p>
        </p:txBody>
      </p:sp>
      <p:sp>
        <p:nvSpPr>
          <p:cNvPr id="2" name="">
            <a:extLst xmlns:a="http://schemas.openxmlformats.org/drawingml/2006/main">
              <a:ext uri="{FF2B5EF4-FFF2-40B4-BE49-F238E27FC236}">
                <a16:creationId xmlns:a16="http://schemas.microsoft.com/office/drawing/2014/main" id="{6A66A212-A8F5-472E-9865-4840C1044164}"/>
              </a:ext>
            </a:extLst>
          </p:cNvPr>
          <p:cNvSpPr>
            <a:spLocks xmlns:a="http://schemas.openxmlformats.org/drawingml/2006/main" noGrp="1"/>
          </p:cNvSpPr>
          <p:nvPr/>
        </p:nvSpPr>
        <p:spPr>
          <a:xfrm xmlns:a="http://schemas.openxmlformats.org/drawingml/2006/main">
            <a:off x="10991850" y="630555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3615C"/>
                </a:solidFill>
                <a:latin typeface="Arial"/>
                <a:ea typeface="Arial"/>
                <a:cs typeface="Arial"/>
              </a:defRPr>
            </a:defPPr>
            <a:lvl1pPr>
              <a:defRPr sz="1200" b="0">
                <a:solidFill>
                  <a:srgbClr val="53615C"/>
                </a:solidFill>
                <a:latin typeface="Arial"/>
                <a:ea typeface="Arial"/>
                <a:cs typeface="Arial"/>
              </a:defRPr>
            </a:lvl1pPr>
            <a:lvl2pPr>
              <a:defRPr sz="1200" b="0">
                <a:solidFill>
                  <a:srgbClr val="53615C"/>
                </a:solidFill>
                <a:latin typeface="Arial"/>
                <a:ea typeface="Arial"/>
                <a:cs typeface="Arial"/>
              </a:defRPr>
            </a:lvl2pPr>
            <a:lvl3pPr>
              <a:defRPr sz="1200" b="0">
                <a:solidFill>
                  <a:srgbClr val="53615C"/>
                </a:solidFill>
                <a:latin typeface="Arial"/>
                <a:ea typeface="Arial"/>
                <a:cs typeface="Arial"/>
              </a:defRPr>
            </a:lvl3pPr>
            <a:lvl4pPr>
              <a:defRPr sz="1200" b="0">
                <a:solidFill>
                  <a:srgbClr val="53615C"/>
                </a:solidFill>
                <a:latin typeface="Arial"/>
                <a:ea typeface="Arial"/>
                <a:cs typeface="Arial"/>
              </a:defRPr>
            </a:lvl4pPr>
            <a:lvl5pPr>
              <a:defRPr sz="1200" b="0">
                <a:solidFill>
                  <a:srgbClr val="53615C"/>
                </a:solidFill>
                <a:latin typeface="Arial"/>
                <a:ea typeface="Arial"/>
                <a:cs typeface="Arial"/>
              </a:defRPr>
            </a:lvl5pPr>
            <a:lvl6pPr>
              <a:defRPr sz="1200" b="0">
                <a:solidFill>
                  <a:srgbClr val="53615C"/>
                </a:solidFill>
                <a:latin typeface="Arial"/>
                <a:ea typeface="Arial"/>
                <a:cs typeface="Arial"/>
              </a:defRPr>
            </a:lvl6pPr>
            <a:lvl7pPr>
              <a:defRPr sz="1200" b="0">
                <a:solidFill>
                  <a:srgbClr val="53615C"/>
                </a:solidFill>
                <a:latin typeface="Arial"/>
                <a:ea typeface="Arial"/>
                <a:cs typeface="Arial"/>
              </a:defRPr>
            </a:lvl7pPr>
            <a:lvl8pPr>
              <a:defRPr sz="1200" b="0">
                <a:solidFill>
                  <a:srgbClr val="53615C"/>
                </a:solidFill>
                <a:latin typeface="Arial"/>
                <a:ea typeface="Arial"/>
                <a:cs typeface="Arial"/>
              </a:defRPr>
            </a:lvl8pPr>
            <a:lvl9pPr>
              <a:defRPr sz="1200" b="0">
                <a:solidFill>
                  <a:srgbClr val="53615C"/>
                </a:solidFill>
                <a:latin typeface="Arial"/>
                <a:ea typeface="Arial"/>
                <a:cs typeface="Arial"/>
              </a:defRPr>
            </a:lvl9pPr>
          </a:lstStyle>
          <a:p xmlns:a="http://schemas.openxmlformats.org/drawingml/2006/main">
            <a:pPr>
              <a:defRPr sz="1200" b="0">
                <a:solidFill>
                  <a:srgbClr val="53615C"/>
                </a:solidFill>
                <a:latin typeface="Arial"/>
                <a:ea typeface="Arial"/>
                <a:cs typeface="Arial"/>
              </a:defRPr>
            </a:pPr>
            <a:r>
              <a:rPr sz="1200" b="0">
                <a:solidFill>
                  <a:srgbClr val="53615C"/>
                </a:solidFill>
                <a:latin typeface="Arial"/>
                <a:ea typeface="Arial"/>
                <a:cs typeface="Arial"/>
              </a:rPr>
              <a:t>14</a:t>
            </a:r>
          </a:p>
        </p:txBody>
      </p:sp>
      <p:graphicFrame>
        <p:nvGraphicFramePr>
          <p:cNvPr id="3" name="">
            <a:extLst xmlns:a="http://schemas.openxmlformats.org/drawingml/2006/main">
              <a:ext uri="{FF2B5EF4-FFF2-40B4-BE49-F238E27FC236}">
                <a16:creationId xmlns:a16="http://schemas.microsoft.com/office/drawing/2014/main" id="{A9838199-F999-43AD-A8BE-4CC3DC67C1E5}"/>
              </a:ext>
            </a:extLst>
          </p:cNvPr>
          <p:cNvGraphicFramePr/>
          <p:nvPr/>
        </p:nvGraphicFramePr>
        <p:xfrm>
          <a:off xmlns:a="http://schemas.openxmlformats.org/drawingml/2006/main" x="609600" y="1666875"/>
          <a:ext xmlns:a="http://schemas.openxmlformats.org/drawingml/2006/main" cx="10972800" cy="3429000"/>
        </p:xfrm>
        <a:graphic xmlns:a="http://schemas.openxmlformats.org/drawingml/2006/main">
          <a:graphicData uri="http://schemas.openxmlformats.org/drawingml/2006/table">
            <a:tbl>
              <a:tblPr/>
              <a:tblGrid>
                <a:gridCol w="4667250"/>
                <a:gridCol w="6305550"/>
              </a:tblGrid>
              <a:tr h="571500">
                <a:tc>
                  <a:txBody>
                    <a:bodyPr lIns="133350" tIns="133350" rIns="133350" bIns="133350"/>
                    <a:lstStyle/>
                    <a:p>
                      <a:r>
                        <a:rPr sz="1725" b="1">
                          <a:solidFill>
                            <a:srgbClr val="FFFFFF"/>
                          </a:solidFill>
                          <a:latin typeface="Arial"/>
                          <a:ea typeface="Arial"/>
                          <a:cs typeface="Arial"/>
                        </a:rPr>
                        <a:t>Question</a:t>
                      </a:r>
                    </a:p>
                  </a:txBody>
                  <a:tcPr marL="91440" marR="91440" marT="45720" marB="45720" anchor="ctr">
                    <a:lnL w="9525">
                      <a:solidFill>
                        <a:srgbClr val="D6E0DA"/>
                      </a:solidFill>
                      <a:prstDash val="solid"/>
                    </a:lnL>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c>
                  <a:txBody>
                    <a:bodyPr lIns="133350" tIns="133350" rIns="133350" bIns="133350"/>
                    <a:lstStyle/>
                    <a:p>
                      <a:r>
                        <a:rPr sz="1725" b="1">
                          <a:solidFill>
                            <a:srgbClr val="FFFFFF"/>
                          </a:solidFill>
                          <a:latin typeface="Arial"/>
                          <a:ea typeface="Arial"/>
                          <a:cs typeface="Arial"/>
                        </a:rPr>
                        <a:t>Short answer</a:t>
                      </a:r>
                    </a:p>
                  </a:txBody>
                  <a:tcPr marL="91440" marR="91440" marT="45720" marB="45720" anchor="ctr">
                    <a:lnR w="9525">
                      <a:solidFill>
                        <a:srgbClr val="D6E0DA"/>
                      </a:solidFill>
                      <a:prstDash val="solid"/>
                    </a:lnR>
                    <a:lnT w="9525">
                      <a:solidFill>
                        <a:srgbClr val="D6E0DA"/>
                      </a:solidFill>
                      <a:prstDash val="solid"/>
                    </a:lnT>
                    <a:lnB w="9525">
                      <a:solidFill>
                        <a:srgbClr val="D6E0DA"/>
                      </a:solidFill>
                      <a:prstDash val="solid"/>
                    </a:lnB>
                    <a:solidFill>
                      <a:srgbClr val="172E29"/>
                    </a:solidFill>
                  </a:tcPr>
                </a:tc>
              </a:tr>
              <a:tr h="571500">
                <a:tc>
                  <a:txBody>
                    <a:bodyPr lIns="133350" tIns="133350" rIns="133350" bIns="133350"/>
                    <a:lstStyle/>
                    <a:p>
                      <a:r>
                        <a:rPr sz="1725" b="0">
                          <a:solidFill>
                            <a:srgbClr val="172E29"/>
                          </a:solidFill>
                          <a:latin typeface="Arial"/>
                          <a:ea typeface="Arial"/>
                          <a:cs typeface="Arial"/>
                        </a:rPr>
                        <a:t>Why array plus hash table?</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Scanning and ID lookup serve different operations</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r h="571500">
                <a:tc>
                  <a:txBody>
                    <a:bodyPr lIns="133350" tIns="133350" rIns="133350" bIns="133350"/>
                    <a:lstStyle/>
                    <a:p>
                      <a:r>
                        <a:rPr sz="1725" b="0">
                          <a:solidFill>
                            <a:srgbClr val="172E29"/>
                          </a:solidFill>
                          <a:latin typeface="Arial"/>
                          <a:ea typeface="Arial"/>
                          <a:cs typeface="Arial"/>
                        </a:rPr>
                        <a:t>Why a spawn sequence?</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Deterministic order when due ticks match</a:t>
                      </a:r>
                    </a:p>
                  </a:txBody>
                  <a:tcPr marL="91440" marR="91440" marT="45720" marB="45720" anchor="ctr">
                    <a:lnR w="9525">
                      <a:solidFill>
                        <a:srgbClr val="D6E0DA"/>
                      </a:solidFill>
                      <a:prstDash val="solid"/>
                    </a:lnR>
                    <a:lnB w="9525">
                      <a:solidFill>
                        <a:srgbClr val="D6E0DA"/>
                      </a:solidFill>
                      <a:prstDash val="solid"/>
                    </a:lnB>
                    <a:solidFill>
                      <a:srgbClr val="FFFFFF"/>
                    </a:solidFill>
                  </a:tcPr>
                </a:tc>
              </a:tr>
              <a:tr h="571500">
                <a:tc>
                  <a:txBody>
                    <a:bodyPr lIns="133350" tIns="133350" rIns="133350" bIns="133350"/>
                    <a:lstStyle/>
                    <a:p>
                      <a:r>
                        <a:rPr sz="1725" b="0">
                          <a:solidFill>
                            <a:srgbClr val="172E29"/>
                          </a:solidFill>
                          <a:latin typeface="Arial"/>
                          <a:ea typeface="Arial"/>
                          <a:cs typeface="Arial"/>
                        </a:rPr>
                        <a:t>Why no Dijkstra or A star?</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Enemies follow a predefined polyline</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r h="571500">
                <a:tc>
                  <a:txBody>
                    <a:bodyPr lIns="133350" tIns="133350" rIns="133350" bIns="133350"/>
                    <a:lstStyle/>
                    <a:p>
                      <a:r>
                        <a:rPr sz="1725" b="0">
                          <a:solidFill>
                            <a:srgbClr val="172E29"/>
                          </a:solidFill>
                          <a:latin typeface="Arial"/>
                          <a:ea typeface="Arial"/>
                          <a:cs typeface="Arial"/>
                        </a:rPr>
                        <a:t>Is public AVL add logarithmic?</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FFFFFF"/>
                    </a:solidFill>
                  </a:tcPr>
                </a:tc>
                <a:tc>
                  <a:txBody>
                    <a:bodyPr lIns="133350" tIns="133350" rIns="133350" bIns="133350"/>
                    <a:lstStyle/>
                    <a:p>
                      <a:r>
                        <a:rPr sz="1725" b="0">
                          <a:solidFill>
                            <a:srgbClr val="172E29"/>
                          </a:solidFill>
                          <a:latin typeface="Arial"/>
                          <a:ea typeface="Arial"/>
                          <a:cs typeface="Arial"/>
                        </a:rPr>
                        <a:t>No. Duplicate-ID validation makes it O(n)</a:t>
                      </a:r>
                    </a:p>
                  </a:txBody>
                  <a:tcPr marL="91440" marR="91440" marT="45720" marB="45720" anchor="ctr">
                    <a:lnR w="9525">
                      <a:solidFill>
                        <a:srgbClr val="D6E0DA"/>
                      </a:solidFill>
                      <a:prstDash val="solid"/>
                    </a:lnR>
                    <a:lnB w="9525">
                      <a:solidFill>
                        <a:srgbClr val="D6E0DA"/>
                      </a:solidFill>
                      <a:prstDash val="solid"/>
                    </a:lnB>
                    <a:solidFill>
                      <a:srgbClr val="FFFFFF"/>
                    </a:solidFill>
                  </a:tcPr>
                </a:tc>
              </a:tr>
              <a:tr h="571500">
                <a:tc>
                  <a:txBody>
                    <a:bodyPr lIns="133350" tIns="133350" rIns="133350" bIns="133350"/>
                    <a:lstStyle/>
                    <a:p>
                      <a:r>
                        <a:rPr sz="1725" b="0">
                          <a:solidFill>
                            <a:srgbClr val="172E29"/>
                          </a:solidFill>
                          <a:latin typeface="Arial"/>
                          <a:ea typeface="Arial"/>
                          <a:cs typeface="Arial"/>
                        </a:rPr>
                        <a:t>What does from scratch mean?</a:t>
                      </a:r>
                    </a:p>
                  </a:txBody>
                  <a:tcPr marL="91440" marR="91440" marT="45720" marB="45720" anchor="ctr">
                    <a:lnL w="9525">
                      <a:solidFill>
                        <a:srgbClr val="D6E0DA"/>
                      </a:solidFill>
                      <a:prstDash val="solid"/>
                    </a:lnL>
                    <a:lnR w="9525">
                      <a:solidFill>
                        <a:srgbClr val="D6E0DA"/>
                      </a:solidFill>
                      <a:prstDash val="solid"/>
                    </a:lnR>
                    <a:lnB w="9525">
                      <a:solidFill>
                        <a:srgbClr val="D6E0DA"/>
                      </a:solidFill>
                      <a:prstDash val="solid"/>
                    </a:lnB>
                    <a:solidFill>
                      <a:srgbClr val="EDF3F0"/>
                    </a:solidFill>
                  </a:tcPr>
                </a:tc>
                <a:tc>
                  <a:txBody>
                    <a:bodyPr lIns="133350" tIns="133350" rIns="133350" bIns="133350"/>
                    <a:lstStyle/>
                    <a:p>
                      <a:r>
                        <a:rPr sz="1725" b="0">
                          <a:solidFill>
                            <a:srgbClr val="172E29"/>
                          </a:solidFill>
                          <a:latin typeface="Arial"/>
                          <a:ea typeface="Arial"/>
                          <a:cs typeface="Arial"/>
                        </a:rPr>
                        <a:t>Custom storage logic and algorithms over Java arrays</a:t>
                      </a:r>
                    </a:p>
                  </a:txBody>
                  <a:tcPr marL="91440" marR="91440" marT="45720" marB="45720" anchor="ctr">
                    <a:lnR w="9525">
                      <a:solidFill>
                        <a:srgbClr val="D6E0DA"/>
                      </a:solidFill>
                      <a:prstDash val="solid"/>
                    </a:lnR>
                    <a:lnB w="9525">
                      <a:solidFill>
                        <a:srgbClr val="D6E0DA"/>
                      </a:solidFill>
                      <a:prstDash val="solid"/>
                    </a:lnB>
                    <a:solidFill>
                      <a:srgbClr val="EDF3F0"/>
                    </a:solidFill>
                  </a:tcPr>
                </a:tc>
              </a:tr>
            </a:tbl>
          </a:graphicData>
        </a:graphic>
      </p:graphicFrame>
      <p:sp>
        <p:nvSpPr>
          <p:cNvPr id="4" name="">
            <a:extLst xmlns:a="http://schemas.openxmlformats.org/drawingml/2006/main">
              <a:ext uri="{FF2B5EF4-FFF2-40B4-BE49-F238E27FC236}">
                <a16:creationId xmlns:a16="http://schemas.microsoft.com/office/drawing/2014/main" id="{FD13DB2A-3216-4AA9-9B34-4125033A7AB1}"/>
              </a:ext>
            </a:extLst>
          </p:cNvPr>
          <p:cNvSpPr>
            <a:spLocks xmlns:a="http://schemas.openxmlformats.org/drawingml/2006/main" noGrp="1"/>
          </p:cNvSpPr>
          <p:nvPr/>
        </p:nvSpPr>
        <p:spPr>
          <a:xfrm xmlns:a="http://schemas.openxmlformats.org/drawingml/2006/main">
            <a:off x="609600" y="56197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3615C"/>
                </a:solidFill>
                <a:latin typeface="Arial"/>
                <a:ea typeface="Arial"/>
                <a:cs typeface="Arial"/>
              </a:defRPr>
            </a:defPPr>
            <a:lvl1pPr>
              <a:defRPr sz="1800" b="0">
                <a:solidFill>
                  <a:srgbClr val="53615C"/>
                </a:solidFill>
                <a:latin typeface="Arial"/>
                <a:ea typeface="Arial"/>
                <a:cs typeface="Arial"/>
              </a:defRPr>
            </a:lvl1pPr>
            <a:lvl2pPr>
              <a:defRPr sz="1800" b="0">
                <a:solidFill>
                  <a:srgbClr val="53615C"/>
                </a:solidFill>
                <a:latin typeface="Arial"/>
                <a:ea typeface="Arial"/>
                <a:cs typeface="Arial"/>
              </a:defRPr>
            </a:lvl2pPr>
            <a:lvl3pPr>
              <a:defRPr sz="1800" b="0">
                <a:solidFill>
                  <a:srgbClr val="53615C"/>
                </a:solidFill>
                <a:latin typeface="Arial"/>
                <a:ea typeface="Arial"/>
                <a:cs typeface="Arial"/>
              </a:defRPr>
            </a:lvl3pPr>
            <a:lvl4pPr>
              <a:defRPr sz="1800" b="0">
                <a:solidFill>
                  <a:srgbClr val="53615C"/>
                </a:solidFill>
                <a:latin typeface="Arial"/>
                <a:ea typeface="Arial"/>
                <a:cs typeface="Arial"/>
              </a:defRPr>
            </a:lvl4pPr>
            <a:lvl5pPr>
              <a:defRPr sz="1800" b="0">
                <a:solidFill>
                  <a:srgbClr val="53615C"/>
                </a:solidFill>
                <a:latin typeface="Arial"/>
                <a:ea typeface="Arial"/>
                <a:cs typeface="Arial"/>
              </a:defRPr>
            </a:lvl5pPr>
            <a:lvl6pPr>
              <a:defRPr sz="1800" b="0">
                <a:solidFill>
                  <a:srgbClr val="53615C"/>
                </a:solidFill>
                <a:latin typeface="Arial"/>
                <a:ea typeface="Arial"/>
                <a:cs typeface="Arial"/>
              </a:defRPr>
            </a:lvl6pPr>
            <a:lvl7pPr>
              <a:defRPr sz="1800" b="0">
                <a:solidFill>
                  <a:srgbClr val="53615C"/>
                </a:solidFill>
                <a:latin typeface="Arial"/>
                <a:ea typeface="Arial"/>
                <a:cs typeface="Arial"/>
              </a:defRPr>
            </a:lvl7pPr>
            <a:lvl8pPr>
              <a:defRPr sz="1800" b="0">
                <a:solidFill>
                  <a:srgbClr val="53615C"/>
                </a:solidFill>
                <a:latin typeface="Arial"/>
                <a:ea typeface="Arial"/>
                <a:cs typeface="Arial"/>
              </a:defRPr>
            </a:lvl8pPr>
            <a:lvl9pPr>
              <a:defRPr sz="1800" b="0">
                <a:solidFill>
                  <a:srgbClr val="53615C"/>
                </a:solidFill>
                <a:latin typeface="Arial"/>
                <a:ea typeface="Arial"/>
                <a:cs typeface="Arial"/>
              </a:defRPr>
            </a:lvl9pPr>
          </a:lstStyle>
          <a:p xmlns:a="http://schemas.openxmlformats.org/drawingml/2006/main">
            <a:pPr>
              <a:defRPr sz="1800" b="0">
                <a:solidFill>
                  <a:srgbClr val="53615C"/>
                </a:solidFill>
                <a:latin typeface="Arial"/>
                <a:ea typeface="Arial"/>
                <a:cs typeface="Arial"/>
              </a:defRPr>
            </a:pPr>
            <a:r>
              <a:rPr sz="1800" b="0">
                <a:solidFill>
                  <a:srgbClr val="53615C"/>
                </a:solidFill>
                <a:latin typeface="Arial"/>
                <a:ea typeface="Arial"/>
                <a:cs typeface="Arial"/>
              </a:rPr>
              <a:t>Questions and implementation walkthrough</a:t>
            </a:r>
          </a:p>
        </p:txBody>
      </p:sp>
    </p:spTree>
    <p:extLst>
      <p:ext uri="{BB962C8B-B14F-4D97-AF65-F5344CB8AC3E}">
        <p14:creationId xmlns:p14="http://schemas.microsoft.com/office/powerpoint/2010/main" val="11842782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2026-10-26T16:25:42.0830000Z</dcterms:created>
  <dcterms:modified xsi:type="dcterms:W3CDTF">2026-10-26T16:25:42.0830000Z</dcterms:modified>
</coreProperties>
</file>